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0" r:id="rId2"/>
  </p:sldIdLst>
  <p:sldSz cx="7562850" cy="10688638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ACC6"/>
    <a:srgbClr val="D11566"/>
    <a:srgbClr val="9CBF2B"/>
    <a:srgbClr val="494949"/>
    <a:srgbClr val="8BAA26"/>
    <a:srgbClr val="8CAC26"/>
    <a:srgbClr val="FFFFFF"/>
    <a:srgbClr val="EAEAEA"/>
    <a:srgbClr val="262626"/>
    <a:srgbClr val="2E3A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>
        <p:scale>
          <a:sx n="124" d="100"/>
          <a:sy n="124" d="100"/>
        </p:scale>
        <p:origin x="138" y="198"/>
      </p:cViewPr>
      <p:guideLst>
        <p:guide orient="horz" pos="3367"/>
        <p:guide pos="238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32BCE7-100F-4C12-81CE-D314812ECEEA}" type="datetimeFigureOut">
              <a:rPr lang="fr-FR" smtClean="0"/>
              <a:t>08/07/2022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2E0CB-1A6E-4DEA-8F58-FAE0DBA1BF3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6420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 dirty="0">
                <a:solidFill>
                  <a:srgbClr val="909090"/>
                </a:solidFill>
                <a:effectLst/>
                <a:latin typeface="Lato"/>
              </a:rPr>
              <a:t>Cvexemple.com © Tous droits réservés</a:t>
            </a:r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52E0CB-1A6E-4DEA-8F58-FAE0DBA1BF3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9201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67214" y="3320407"/>
            <a:ext cx="6428423" cy="2291129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34428" y="6056895"/>
            <a:ext cx="5293995" cy="273154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08/07/2022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6680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08/07/2022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4734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7413" y="6868441"/>
            <a:ext cx="6428423" cy="212288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97413" y="4530301"/>
            <a:ext cx="6428423" cy="23381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08/07/2022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0993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12493" y="3887003"/>
            <a:ext cx="2752037" cy="109954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190577" y="3887003"/>
            <a:ext cx="2752037" cy="109954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08/07/2022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692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143" y="428041"/>
            <a:ext cx="6806565" cy="178144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143" y="2392573"/>
            <a:ext cx="3341572" cy="9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78143" y="3389684"/>
            <a:ext cx="3341572" cy="6158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841823" y="2392573"/>
            <a:ext cx="3342885" cy="9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841823" y="3389684"/>
            <a:ext cx="3342885" cy="6158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08/07/2022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179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08/07/2022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383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08/07/2022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7158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143" y="425566"/>
            <a:ext cx="2488126" cy="18111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56864" y="425567"/>
            <a:ext cx="4227843" cy="912245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78143" y="2236697"/>
            <a:ext cx="2488126" cy="731132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08/07/2022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444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2372" y="7482047"/>
            <a:ext cx="4537710" cy="88329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482372" y="955049"/>
            <a:ext cx="4537710" cy="641318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482372" y="8365344"/>
            <a:ext cx="4537710" cy="12544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08/07/2022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69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08/07/2022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7021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535084" y="668040"/>
            <a:ext cx="1407530" cy="14214405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12493" y="668040"/>
            <a:ext cx="4096544" cy="1421440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08/07/2022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6750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78143" y="428041"/>
            <a:ext cx="6806565" cy="1781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143" y="2494016"/>
            <a:ext cx="6806565" cy="7054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78143" y="9906785"/>
            <a:ext cx="176466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6A27C-E2F9-C140-AA96-063441F5E1DC}" type="datetimeFigureOut">
              <a:rPr lang="fr-FR" smtClean="0"/>
              <a:t>08/07/2022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583974" y="9906785"/>
            <a:ext cx="2394903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420043" y="9906785"/>
            <a:ext cx="176466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  <p:sp>
        <p:nvSpPr>
          <p:cNvPr id="7" name="Espace réservé du titre 1">
            <a:extLst>
              <a:ext uri="{FF2B5EF4-FFF2-40B4-BE49-F238E27FC236}">
                <a16:creationId xmlns:a16="http://schemas.microsoft.com/office/drawing/2014/main" id="{38A6FF3F-C4F1-FECF-6BF4-8D2E4B444BBF}"/>
              </a:ext>
            </a:extLst>
          </p:cNvPr>
          <p:cNvSpPr txBox="1">
            <a:spLocks/>
          </p:cNvSpPr>
          <p:nvPr userDrawn="1"/>
        </p:nvSpPr>
        <p:spPr>
          <a:xfrm>
            <a:off x="98059" y="10771206"/>
            <a:ext cx="7371151" cy="398650"/>
          </a:xfrm>
          <a:prstGeom prst="rect">
            <a:avLst/>
          </a:prstGeom>
        </p:spPr>
        <p:txBody>
          <a:bodyPr vert="horz" wrap="none" lIns="98694" tIns="49347" rIns="98694" bIns="49347" rtlCol="0" anchor="ctr">
            <a:spAutoFit/>
          </a:bodyPr>
          <a:lstStyle>
            <a:lvl1pPr algn="ctr" defTabSz="457337" rtl="0" eaLnBrk="1" latinLnBrk="0" hangingPunct="1">
              <a:spcBef>
                <a:spcPct val="0"/>
              </a:spcBef>
              <a:buNone/>
              <a:defRPr sz="440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943" b="0" i="0" dirty="0">
                <a:solidFill>
                  <a:schemeClr val="tx1"/>
                </a:solidFill>
                <a:effectLst/>
                <a:latin typeface="montserrat" panose="02000505000000020004" pitchFamily="2" charset="0"/>
              </a:rPr>
              <a:t>© Copyright www.Cvexemple.com - Tous droits réservés</a:t>
            </a:r>
            <a:endParaRPr lang="fr-FR" sz="1943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549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6ADCBDF-453A-4E3B-94FD-A20AE960EEC8}"/>
              </a:ext>
            </a:extLst>
          </p:cNvPr>
          <p:cNvSpPr/>
          <p:nvPr/>
        </p:nvSpPr>
        <p:spPr>
          <a:xfrm>
            <a:off x="-16122" y="-1"/>
            <a:ext cx="2556388" cy="10688639"/>
          </a:xfrm>
          <a:prstGeom prst="rect">
            <a:avLst/>
          </a:prstGeom>
          <a:solidFill>
            <a:srgbClr val="2E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E15902F-8671-4494-8A35-4697FD8E06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755" t="1821" r="12525" b="23460"/>
          <a:stretch/>
        </p:blipFill>
        <p:spPr>
          <a:xfrm>
            <a:off x="322029" y="179117"/>
            <a:ext cx="1880087" cy="1880087"/>
          </a:xfrm>
          <a:prstGeom prst="ellipse">
            <a:avLst/>
          </a:prstGeom>
          <a:ln w="31750">
            <a:solidFill>
              <a:srgbClr val="4BACC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3" name="Rectangle 112">
            <a:extLst>
              <a:ext uri="{FF2B5EF4-FFF2-40B4-BE49-F238E27FC236}">
                <a16:creationId xmlns:a16="http://schemas.microsoft.com/office/drawing/2014/main" id="{4537E7BF-9DD6-4C2E-8E04-56863A1A257F}"/>
              </a:ext>
            </a:extLst>
          </p:cNvPr>
          <p:cNvSpPr/>
          <p:nvPr/>
        </p:nvSpPr>
        <p:spPr>
          <a:xfrm>
            <a:off x="165652" y="7474461"/>
            <a:ext cx="20701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1000" b="1" dirty="0">
                <a:solidFill>
                  <a:srgbClr val="FFFFFF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Anglais : </a:t>
            </a:r>
            <a:r>
              <a:rPr lang="fr-FR" sz="1000" dirty="0">
                <a:solidFill>
                  <a:srgbClr val="FFFFFF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Courant</a:t>
            </a:r>
            <a:endParaRPr lang="fr-FR" sz="1100" dirty="0">
              <a:solidFill>
                <a:srgbClr val="FFFFFF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2709BF36-3DBE-432D-89AD-9EA0313652BB}"/>
              </a:ext>
            </a:extLst>
          </p:cNvPr>
          <p:cNvSpPr/>
          <p:nvPr/>
        </p:nvSpPr>
        <p:spPr>
          <a:xfrm>
            <a:off x="147724" y="7703199"/>
            <a:ext cx="2237710" cy="143596"/>
          </a:xfrm>
          <a:prstGeom prst="roundRect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EB9F8A21-02F0-4162-9959-0C95426CEF7F}"/>
              </a:ext>
            </a:extLst>
          </p:cNvPr>
          <p:cNvSpPr/>
          <p:nvPr/>
        </p:nvSpPr>
        <p:spPr>
          <a:xfrm>
            <a:off x="146263" y="7705230"/>
            <a:ext cx="1855883" cy="143596"/>
          </a:xfrm>
          <a:prstGeom prst="roundRect">
            <a:avLst/>
          </a:prstGeom>
          <a:solidFill>
            <a:srgbClr val="FFFFFF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70FAB0A-2229-49FD-8875-486E80CE8893}"/>
              </a:ext>
            </a:extLst>
          </p:cNvPr>
          <p:cNvSpPr/>
          <p:nvPr/>
        </p:nvSpPr>
        <p:spPr>
          <a:xfrm>
            <a:off x="146004" y="7860327"/>
            <a:ext cx="20701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1000" b="1" dirty="0">
                <a:solidFill>
                  <a:srgbClr val="FFFFFF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Espagnol : </a:t>
            </a:r>
            <a:r>
              <a:rPr lang="fr-FR" sz="1000" dirty="0">
                <a:solidFill>
                  <a:srgbClr val="FFFFFF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Courant</a:t>
            </a:r>
            <a:endParaRPr lang="fr-FR" sz="1100" dirty="0">
              <a:solidFill>
                <a:srgbClr val="FFFFFF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72946911-EE56-4A92-8FED-198698120186}"/>
              </a:ext>
            </a:extLst>
          </p:cNvPr>
          <p:cNvSpPr/>
          <p:nvPr/>
        </p:nvSpPr>
        <p:spPr>
          <a:xfrm>
            <a:off x="146004" y="8089065"/>
            <a:ext cx="2237710" cy="143596"/>
          </a:xfrm>
          <a:prstGeom prst="roundRect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79B7A2FE-9B49-4B68-A784-DF9A5EFD6285}"/>
              </a:ext>
            </a:extLst>
          </p:cNvPr>
          <p:cNvSpPr/>
          <p:nvPr/>
        </p:nvSpPr>
        <p:spPr>
          <a:xfrm>
            <a:off x="144543" y="8091096"/>
            <a:ext cx="1891365" cy="143596"/>
          </a:xfrm>
          <a:prstGeom prst="roundRect">
            <a:avLst/>
          </a:prstGeom>
          <a:solidFill>
            <a:srgbClr val="FFFFFF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10A964F-B825-4013-B361-CCE8A57D95BC}"/>
              </a:ext>
            </a:extLst>
          </p:cNvPr>
          <p:cNvSpPr/>
          <p:nvPr/>
        </p:nvSpPr>
        <p:spPr>
          <a:xfrm>
            <a:off x="143780" y="8249436"/>
            <a:ext cx="20701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1000" b="1" dirty="0">
                <a:solidFill>
                  <a:srgbClr val="FFFFFF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Allemand : </a:t>
            </a:r>
            <a:r>
              <a:rPr lang="fr-FR" sz="1000" dirty="0">
                <a:solidFill>
                  <a:srgbClr val="FFFFFF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Courant</a:t>
            </a:r>
            <a:endParaRPr lang="fr-FR" sz="1100" dirty="0">
              <a:solidFill>
                <a:srgbClr val="FFFFFF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AC895A12-73EB-486F-A205-AFA5792F25D8}"/>
              </a:ext>
            </a:extLst>
          </p:cNvPr>
          <p:cNvSpPr/>
          <p:nvPr/>
        </p:nvSpPr>
        <p:spPr>
          <a:xfrm>
            <a:off x="143780" y="8478174"/>
            <a:ext cx="2237710" cy="143596"/>
          </a:xfrm>
          <a:prstGeom prst="roundRect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DD9A427C-737A-407F-ABB8-A1924BC4711F}"/>
              </a:ext>
            </a:extLst>
          </p:cNvPr>
          <p:cNvSpPr/>
          <p:nvPr/>
        </p:nvSpPr>
        <p:spPr>
          <a:xfrm>
            <a:off x="142319" y="8480205"/>
            <a:ext cx="1859827" cy="143596"/>
          </a:xfrm>
          <a:prstGeom prst="roundRect">
            <a:avLst/>
          </a:prstGeom>
          <a:solidFill>
            <a:srgbClr val="FFFFFF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00687BC-8C6D-641B-914C-5BD87C67F86A}"/>
              </a:ext>
            </a:extLst>
          </p:cNvPr>
          <p:cNvGrpSpPr/>
          <p:nvPr/>
        </p:nvGrpSpPr>
        <p:grpSpPr>
          <a:xfrm>
            <a:off x="2615479" y="2870517"/>
            <a:ext cx="4175286" cy="486196"/>
            <a:chOff x="2615479" y="2870517"/>
            <a:chExt cx="4175286" cy="486196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E17B5605-204B-4B8C-A617-E695E173F810}"/>
                </a:ext>
              </a:extLst>
            </p:cNvPr>
            <p:cNvSpPr/>
            <p:nvPr/>
          </p:nvSpPr>
          <p:spPr>
            <a:xfrm>
              <a:off x="2964176" y="2954914"/>
              <a:ext cx="3826589" cy="342601"/>
            </a:xfrm>
            <a:prstGeom prst="roundRect">
              <a:avLst/>
            </a:prstGeom>
            <a:noFill/>
            <a:ln>
              <a:solidFill>
                <a:srgbClr val="4BACC6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87313"/>
              <a:r>
                <a:rPr lang="fr-FR" b="1" dirty="0">
                  <a:solidFill>
                    <a:srgbClr val="4BACC6"/>
                  </a:solidFill>
                </a:rPr>
                <a:t>EXPERIENCE PROFESSIONNELLE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D331ADB-8038-4586-BB9C-E7C5DEC637F4}"/>
                </a:ext>
              </a:extLst>
            </p:cNvPr>
            <p:cNvSpPr/>
            <p:nvPr/>
          </p:nvSpPr>
          <p:spPr>
            <a:xfrm>
              <a:off x="2615479" y="2870517"/>
              <a:ext cx="486196" cy="486196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82" name="Isosceles Triangle 68">
              <a:extLst>
                <a:ext uri="{FF2B5EF4-FFF2-40B4-BE49-F238E27FC236}">
                  <a16:creationId xmlns:a16="http://schemas.microsoft.com/office/drawing/2014/main" id="{7F0CF6DE-390F-7112-3453-4B2FEDB78F0C}"/>
                </a:ext>
              </a:extLst>
            </p:cNvPr>
            <p:cNvSpPr/>
            <p:nvPr/>
          </p:nvSpPr>
          <p:spPr>
            <a:xfrm rot="10800000" flipH="1">
              <a:off x="2801986" y="2969302"/>
              <a:ext cx="112492" cy="290518"/>
            </a:xfrm>
            <a:custGeom>
              <a:avLst/>
              <a:gdLst/>
              <a:ahLst/>
              <a:cxnLst/>
              <a:rect l="l" t="t" r="r" b="b"/>
              <a:pathLst>
                <a:path w="1040400" h="3240000">
                  <a:moveTo>
                    <a:pt x="41345" y="940666"/>
                  </a:moveTo>
                  <a:lnTo>
                    <a:pt x="1242" y="653403"/>
                  </a:lnTo>
                  <a:lnTo>
                    <a:pt x="0" y="653403"/>
                  </a:lnTo>
                  <a:lnTo>
                    <a:pt x="1057" y="652077"/>
                  </a:lnTo>
                  <a:lnTo>
                    <a:pt x="447" y="647712"/>
                  </a:lnTo>
                  <a:lnTo>
                    <a:pt x="4531" y="647712"/>
                  </a:lnTo>
                  <a:lnTo>
                    <a:pt x="520200" y="0"/>
                  </a:lnTo>
                  <a:lnTo>
                    <a:pt x="659109" y="174478"/>
                  </a:lnTo>
                  <a:close/>
                  <a:moveTo>
                    <a:pt x="101622" y="1372451"/>
                  </a:moveTo>
                  <a:lnTo>
                    <a:pt x="61820" y="1087335"/>
                  </a:lnTo>
                  <a:lnTo>
                    <a:pt x="728036" y="261055"/>
                  </a:lnTo>
                  <a:lnTo>
                    <a:pt x="870500" y="439998"/>
                  </a:lnTo>
                  <a:lnTo>
                    <a:pt x="860164" y="431664"/>
                  </a:lnTo>
                  <a:close/>
                  <a:moveTo>
                    <a:pt x="161365" y="1800403"/>
                  </a:moveTo>
                  <a:lnTo>
                    <a:pt x="122098" y="1519120"/>
                  </a:lnTo>
                  <a:lnTo>
                    <a:pt x="930953" y="515931"/>
                  </a:lnTo>
                  <a:lnTo>
                    <a:pt x="1035869" y="647712"/>
                  </a:lnTo>
                  <a:lnTo>
                    <a:pt x="1039954" y="647712"/>
                  </a:lnTo>
                  <a:lnTo>
                    <a:pt x="1039345" y="652078"/>
                  </a:lnTo>
                  <a:lnTo>
                    <a:pt x="1040400" y="653403"/>
                  </a:lnTo>
                  <a:lnTo>
                    <a:pt x="1039160" y="653403"/>
                  </a:lnTo>
                  <a:lnTo>
                    <a:pt x="1029316" y="723920"/>
                  </a:lnTo>
                  <a:close/>
                  <a:moveTo>
                    <a:pt x="217894" y="2205330"/>
                  </a:moveTo>
                  <a:lnTo>
                    <a:pt x="181840" y="1947070"/>
                  </a:lnTo>
                  <a:lnTo>
                    <a:pt x="1000266" y="932012"/>
                  </a:lnTo>
                  <a:lnTo>
                    <a:pt x="949113" y="1298429"/>
                  </a:lnTo>
                  <a:close/>
                  <a:moveTo>
                    <a:pt x="330192" y="2564220"/>
                  </a:moveTo>
                  <a:lnTo>
                    <a:pt x="267995" y="2564220"/>
                  </a:lnTo>
                  <a:lnTo>
                    <a:pt x="237100" y="2342912"/>
                  </a:lnTo>
                  <a:lnTo>
                    <a:pt x="242309" y="2347112"/>
                  </a:lnTo>
                  <a:lnTo>
                    <a:pt x="920063" y="1506522"/>
                  </a:lnTo>
                  <a:lnTo>
                    <a:pt x="865005" y="1900914"/>
                  </a:lnTo>
                  <a:close/>
                  <a:moveTo>
                    <a:pt x="772406" y="2564220"/>
                  </a:moveTo>
                  <a:lnTo>
                    <a:pt x="468924" y="2564220"/>
                  </a:lnTo>
                  <a:lnTo>
                    <a:pt x="835955" y="2109008"/>
                  </a:lnTo>
                  <a:close/>
                  <a:moveTo>
                    <a:pt x="892044" y="3240000"/>
                  </a:moveTo>
                  <a:lnTo>
                    <a:pt x="148356" y="3240000"/>
                  </a:lnTo>
                  <a:lnTo>
                    <a:pt x="276144" y="2663936"/>
                  </a:lnTo>
                  <a:lnTo>
                    <a:pt x="764256" y="26639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B14EAC0-9C5B-CC4F-C1D4-D087619DAF95}"/>
              </a:ext>
            </a:extLst>
          </p:cNvPr>
          <p:cNvGrpSpPr/>
          <p:nvPr/>
        </p:nvGrpSpPr>
        <p:grpSpPr>
          <a:xfrm>
            <a:off x="2615479" y="8028761"/>
            <a:ext cx="4206134" cy="486196"/>
            <a:chOff x="2615479" y="4663841"/>
            <a:chExt cx="4206134" cy="486196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A9FDD790-775B-42D4-9D84-6F90AA64992C}"/>
                </a:ext>
              </a:extLst>
            </p:cNvPr>
            <p:cNvSpPr/>
            <p:nvPr/>
          </p:nvSpPr>
          <p:spPr>
            <a:xfrm>
              <a:off x="2964176" y="4726637"/>
              <a:ext cx="3857437" cy="342601"/>
            </a:xfrm>
            <a:prstGeom prst="roundRect">
              <a:avLst/>
            </a:prstGeom>
            <a:noFill/>
            <a:ln>
              <a:solidFill>
                <a:srgbClr val="4BACC6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87313"/>
              <a:r>
                <a:rPr lang="fr-FR" b="1" dirty="0">
                  <a:solidFill>
                    <a:srgbClr val="4BACC6"/>
                  </a:solidFill>
                </a:rPr>
                <a:t>FORMATION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6D4DB64-113E-47F3-B9EA-27C77E6DFBD1}"/>
                </a:ext>
              </a:extLst>
            </p:cNvPr>
            <p:cNvSpPr/>
            <p:nvPr/>
          </p:nvSpPr>
          <p:spPr>
            <a:xfrm>
              <a:off x="2615479" y="4663841"/>
              <a:ext cx="486196" cy="486196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83" name="Parallelogram 15">
              <a:extLst>
                <a:ext uri="{FF2B5EF4-FFF2-40B4-BE49-F238E27FC236}">
                  <a16:creationId xmlns:a16="http://schemas.microsoft.com/office/drawing/2014/main" id="{ADEF4753-D4ED-12BB-1A92-748AAA69D8F1}"/>
                </a:ext>
              </a:extLst>
            </p:cNvPr>
            <p:cNvSpPr/>
            <p:nvPr/>
          </p:nvSpPr>
          <p:spPr>
            <a:xfrm rot="16200000">
              <a:off x="2752614" y="4787295"/>
              <a:ext cx="203185" cy="219940"/>
            </a:xfrm>
            <a:custGeom>
              <a:avLst/>
              <a:gdLst/>
              <a:ahLst/>
              <a:cxnLst/>
              <a:rect l="l" t="t" r="r" b="b"/>
              <a:pathLst>
                <a:path w="2993176" h="3240001">
                  <a:moveTo>
                    <a:pt x="1299907" y="647892"/>
                  </a:moveTo>
                  <a:lnTo>
                    <a:pt x="665509" y="1620000"/>
                  </a:lnTo>
                  <a:lnTo>
                    <a:pt x="1299907" y="2592108"/>
                  </a:lnTo>
                  <a:lnTo>
                    <a:pt x="634398" y="2592108"/>
                  </a:lnTo>
                  <a:lnTo>
                    <a:pt x="0" y="1620000"/>
                  </a:lnTo>
                  <a:lnTo>
                    <a:pt x="634398" y="647892"/>
                  </a:lnTo>
                  <a:close/>
                  <a:moveTo>
                    <a:pt x="2993176" y="1620001"/>
                  </a:moveTo>
                  <a:lnTo>
                    <a:pt x="1913056" y="3240001"/>
                  </a:lnTo>
                  <a:lnTo>
                    <a:pt x="1782206" y="3043749"/>
                  </a:lnTo>
                  <a:lnTo>
                    <a:pt x="1110064" y="3043749"/>
                  </a:lnTo>
                  <a:cubicBezTo>
                    <a:pt x="1089036" y="3096599"/>
                    <a:pt x="1037333" y="3133759"/>
                    <a:pt x="976952" y="3133759"/>
                  </a:cubicBezTo>
                  <a:cubicBezTo>
                    <a:pt x="923853" y="3133759"/>
                    <a:pt x="877466" y="3105022"/>
                    <a:pt x="854540" y="3061058"/>
                  </a:cubicBezTo>
                  <a:lnTo>
                    <a:pt x="302383" y="3169763"/>
                  </a:lnTo>
                  <a:lnTo>
                    <a:pt x="302383" y="2809723"/>
                  </a:lnTo>
                  <a:lnTo>
                    <a:pt x="854540" y="2918427"/>
                  </a:lnTo>
                  <a:cubicBezTo>
                    <a:pt x="877466" y="2874463"/>
                    <a:pt x="923853" y="2845727"/>
                    <a:pt x="976952" y="2845727"/>
                  </a:cubicBezTo>
                  <a:cubicBezTo>
                    <a:pt x="1037333" y="2845727"/>
                    <a:pt x="1089036" y="2882887"/>
                    <a:pt x="1110064" y="2935737"/>
                  </a:cubicBezTo>
                  <a:lnTo>
                    <a:pt x="1710190" y="2935737"/>
                  </a:lnTo>
                  <a:lnTo>
                    <a:pt x="832936" y="1620001"/>
                  </a:lnTo>
                  <a:lnTo>
                    <a:pt x="191305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284A1D1-721B-A796-A857-FBB9D7D61510}"/>
              </a:ext>
            </a:extLst>
          </p:cNvPr>
          <p:cNvGrpSpPr/>
          <p:nvPr/>
        </p:nvGrpSpPr>
        <p:grpSpPr>
          <a:xfrm>
            <a:off x="81019" y="2211056"/>
            <a:ext cx="2389576" cy="406983"/>
            <a:chOff x="81019" y="2211056"/>
            <a:chExt cx="2389576" cy="406983"/>
          </a:xfrm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2F7C1514-9BC1-495E-8C93-6D7FC2903B01}"/>
                </a:ext>
              </a:extLst>
            </p:cNvPr>
            <p:cNvSpPr/>
            <p:nvPr/>
          </p:nvSpPr>
          <p:spPr>
            <a:xfrm>
              <a:off x="363467" y="2265978"/>
              <a:ext cx="2107128" cy="294082"/>
            </a:xfrm>
            <a:prstGeom prst="roundRect">
              <a:avLst/>
            </a:prstGeom>
            <a:noFill/>
            <a:ln>
              <a:solidFill>
                <a:srgbClr val="FFFFFF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87313"/>
              <a:r>
                <a:rPr lang="fr-FR" b="1" dirty="0">
                  <a:solidFill>
                    <a:srgbClr val="FFFFFF"/>
                  </a:solidFill>
                </a:rPr>
                <a:t>CONTACT</a:t>
              </a: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5ED6EA80-84CD-4137-8C6B-F785B64940BD}"/>
                </a:ext>
              </a:extLst>
            </p:cNvPr>
            <p:cNvSpPr/>
            <p:nvPr/>
          </p:nvSpPr>
          <p:spPr>
            <a:xfrm>
              <a:off x="81019" y="2211056"/>
              <a:ext cx="406800" cy="40698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90" name="Isosceles Triangle 51">
              <a:extLst>
                <a:ext uri="{FF2B5EF4-FFF2-40B4-BE49-F238E27FC236}">
                  <a16:creationId xmlns:a16="http://schemas.microsoft.com/office/drawing/2014/main" id="{D497BB16-9184-6E27-4570-AC57C33E64D1}"/>
                </a:ext>
              </a:extLst>
            </p:cNvPr>
            <p:cNvSpPr/>
            <p:nvPr/>
          </p:nvSpPr>
          <p:spPr>
            <a:xfrm>
              <a:off x="172892" y="2329905"/>
              <a:ext cx="215126" cy="157753"/>
            </a:xfrm>
            <a:custGeom>
              <a:avLst/>
              <a:gdLst/>
              <a:ahLst/>
              <a:cxnLst/>
              <a:rect l="l" t="t" r="r" b="b"/>
              <a:pathLst>
                <a:path w="3240001" h="2375905">
                  <a:moveTo>
                    <a:pt x="1974640" y="1379575"/>
                  </a:moveTo>
                  <a:lnTo>
                    <a:pt x="3240001" y="2375905"/>
                  </a:lnTo>
                  <a:lnTo>
                    <a:pt x="1" y="2375905"/>
                  </a:lnTo>
                  <a:lnTo>
                    <a:pt x="1269863" y="1399042"/>
                  </a:lnTo>
                  <a:lnTo>
                    <a:pt x="1610574" y="1745545"/>
                  </a:lnTo>
                  <a:close/>
                  <a:moveTo>
                    <a:pt x="3240001" y="126952"/>
                  </a:moveTo>
                  <a:lnTo>
                    <a:pt x="3240001" y="2258912"/>
                  </a:lnTo>
                  <a:lnTo>
                    <a:pt x="2032457" y="1334195"/>
                  </a:lnTo>
                  <a:close/>
                  <a:moveTo>
                    <a:pt x="0" y="117525"/>
                  </a:moveTo>
                  <a:lnTo>
                    <a:pt x="1207545" y="1324768"/>
                  </a:lnTo>
                  <a:lnTo>
                    <a:pt x="0" y="2249485"/>
                  </a:lnTo>
                  <a:close/>
                  <a:moveTo>
                    <a:pt x="0" y="0"/>
                  </a:moveTo>
                  <a:lnTo>
                    <a:pt x="3240000" y="0"/>
                  </a:lnTo>
                  <a:lnTo>
                    <a:pt x="1610572" y="1620513"/>
                  </a:lnTo>
                  <a:close/>
                </a:path>
              </a:pathLst>
            </a:cu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DC094DC-BEA4-6875-10C3-74F396A9CB79}"/>
              </a:ext>
            </a:extLst>
          </p:cNvPr>
          <p:cNvGrpSpPr/>
          <p:nvPr/>
        </p:nvGrpSpPr>
        <p:grpSpPr>
          <a:xfrm>
            <a:off x="73374" y="4459564"/>
            <a:ext cx="2389576" cy="406983"/>
            <a:chOff x="73374" y="4820800"/>
            <a:chExt cx="2389576" cy="406983"/>
          </a:xfrm>
        </p:grpSpPr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85BBDAF3-7C60-41F3-8736-D035FA0CA6D3}"/>
                </a:ext>
              </a:extLst>
            </p:cNvPr>
            <p:cNvSpPr/>
            <p:nvPr/>
          </p:nvSpPr>
          <p:spPr>
            <a:xfrm>
              <a:off x="355822" y="4880510"/>
              <a:ext cx="2107128" cy="294082"/>
            </a:xfrm>
            <a:prstGeom prst="roundRect">
              <a:avLst/>
            </a:prstGeom>
            <a:noFill/>
            <a:ln>
              <a:solidFill>
                <a:srgbClr val="FFFFFF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87313"/>
              <a:r>
                <a:rPr lang="fr-FR" b="1" dirty="0">
                  <a:solidFill>
                    <a:schemeClr val="bg1"/>
                  </a:solidFill>
                </a:rPr>
                <a:t>COMPETENCES</a:t>
              </a:r>
              <a:endParaRPr lang="fr-FR" dirty="0">
                <a:solidFill>
                  <a:schemeClr val="bg1"/>
                </a:solidFill>
              </a:endParaRP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700B3E4-9FA5-4CD7-A52E-0105FD34FDC5}"/>
                </a:ext>
              </a:extLst>
            </p:cNvPr>
            <p:cNvSpPr/>
            <p:nvPr/>
          </p:nvSpPr>
          <p:spPr>
            <a:xfrm>
              <a:off x="73374" y="4820800"/>
              <a:ext cx="406800" cy="40698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95" name="Frame 17">
              <a:extLst>
                <a:ext uri="{FF2B5EF4-FFF2-40B4-BE49-F238E27FC236}">
                  <a16:creationId xmlns:a16="http://schemas.microsoft.com/office/drawing/2014/main" id="{AB285009-C867-80C1-2047-301DB83CBED4}"/>
                </a:ext>
              </a:extLst>
            </p:cNvPr>
            <p:cNvSpPr/>
            <p:nvPr/>
          </p:nvSpPr>
          <p:spPr>
            <a:xfrm>
              <a:off x="172325" y="4919842"/>
              <a:ext cx="208899" cy="208899"/>
            </a:xfrm>
            <a:custGeom>
              <a:avLst/>
              <a:gdLst/>
              <a:ahLst/>
              <a:cxnLst/>
              <a:rect l="l" t="t" r="r" b="b"/>
              <a:pathLst>
                <a:path w="3240000" h="3240000">
                  <a:moveTo>
                    <a:pt x="415456" y="380544"/>
                  </a:moveTo>
                  <a:lnTo>
                    <a:pt x="415456" y="385333"/>
                  </a:lnTo>
                  <a:lnTo>
                    <a:pt x="385333" y="385333"/>
                  </a:lnTo>
                  <a:lnTo>
                    <a:pt x="385333" y="2854667"/>
                  </a:lnTo>
                  <a:lnTo>
                    <a:pt x="1529120" y="2854667"/>
                  </a:lnTo>
                  <a:cubicBezTo>
                    <a:pt x="1267123" y="2430711"/>
                    <a:pt x="997530" y="1721825"/>
                    <a:pt x="436017" y="1672600"/>
                  </a:cubicBezTo>
                  <a:lnTo>
                    <a:pt x="600235" y="1185112"/>
                  </a:lnTo>
                  <a:cubicBezTo>
                    <a:pt x="1132790" y="1359573"/>
                    <a:pt x="1278822" y="1550851"/>
                    <a:pt x="1544730" y="1923929"/>
                  </a:cubicBezTo>
                  <a:cubicBezTo>
                    <a:pt x="1789452" y="1379400"/>
                    <a:pt x="1927092" y="1088696"/>
                    <a:pt x="2233403" y="596568"/>
                  </a:cubicBezTo>
                  <a:lnTo>
                    <a:pt x="2770666" y="596568"/>
                  </a:lnTo>
                  <a:cubicBezTo>
                    <a:pt x="2331495" y="1220469"/>
                    <a:pt x="1907612" y="2113878"/>
                    <a:pt x="1578489" y="2854667"/>
                  </a:cubicBezTo>
                  <a:lnTo>
                    <a:pt x="2854667" y="2854667"/>
                  </a:lnTo>
                  <a:lnTo>
                    <a:pt x="2854667" y="596568"/>
                  </a:lnTo>
                  <a:lnTo>
                    <a:pt x="2858395" y="596568"/>
                  </a:lnTo>
                  <a:lnTo>
                    <a:pt x="2858395" y="380544"/>
                  </a:lnTo>
                  <a:close/>
                  <a:moveTo>
                    <a:pt x="0" y="0"/>
                  </a:moveTo>
                  <a:lnTo>
                    <a:pt x="3240000" y="0"/>
                  </a:lnTo>
                  <a:lnTo>
                    <a:pt x="3240000" y="3240000"/>
                  </a:lnTo>
                  <a:lnTo>
                    <a:pt x="0" y="3240000"/>
                  </a:lnTo>
                  <a:close/>
                </a:path>
              </a:pathLst>
            </a:cu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sp>
        <p:nvSpPr>
          <p:cNvPr id="81" name="Title 1">
            <a:extLst>
              <a:ext uri="{FF2B5EF4-FFF2-40B4-BE49-F238E27FC236}">
                <a16:creationId xmlns:a16="http://schemas.microsoft.com/office/drawing/2014/main" id="{5D79C692-1E8C-423B-7344-E0D7FD4581B4}"/>
              </a:ext>
            </a:extLst>
          </p:cNvPr>
          <p:cNvSpPr txBox="1">
            <a:spLocks noChangeAspect="1"/>
          </p:cNvSpPr>
          <p:nvPr/>
        </p:nvSpPr>
        <p:spPr>
          <a:xfrm>
            <a:off x="2690716" y="141422"/>
            <a:ext cx="2451849" cy="79515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3000"/>
              </a:lnSpc>
            </a:pPr>
            <a:r>
              <a:rPr lang="fr-FR" sz="3601" b="1" kern="700" dirty="0">
                <a:solidFill>
                  <a:srgbClr val="4BACC6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ALEX</a:t>
            </a:r>
          </a:p>
          <a:p>
            <a:pPr algn="l">
              <a:lnSpc>
                <a:spcPts val="3000"/>
              </a:lnSpc>
            </a:pPr>
            <a:r>
              <a:rPr lang="fr-FR" sz="3601" kern="7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HERNANDES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0D68D64C-66F7-B5F5-AE77-F8275F1CFE0C}"/>
              </a:ext>
            </a:extLst>
          </p:cNvPr>
          <p:cNvSpPr/>
          <p:nvPr/>
        </p:nvSpPr>
        <p:spPr>
          <a:xfrm>
            <a:off x="2690716" y="885196"/>
            <a:ext cx="2428048" cy="32178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fr-FR" sz="140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Poste Occupé / Recherché</a:t>
            </a:r>
          </a:p>
        </p:txBody>
      </p:sp>
      <p:sp>
        <p:nvSpPr>
          <p:cNvPr id="98" name="Text Box 5">
            <a:extLst>
              <a:ext uri="{FF2B5EF4-FFF2-40B4-BE49-F238E27FC236}">
                <a16:creationId xmlns:a16="http://schemas.microsoft.com/office/drawing/2014/main" id="{1E0C7571-F307-E4E8-BF8F-2F6971241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0716" y="1618053"/>
            <a:ext cx="4603244" cy="1085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15000"/>
              </a:lnSpc>
              <a:spcBef>
                <a:spcPts val="540"/>
              </a:spcBef>
              <a:spcAft>
                <a:spcPts val="216"/>
              </a:spcAft>
            </a:pPr>
            <a:r>
              <a:rPr lang="fr-FR" sz="1200" dirty="0">
                <a:solidFill>
                  <a:srgbClr val="262626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Décrivez en quelques lignes votre parcours professionnel, vos compétences clés pour le poste et vos objectifs de carrière. Ceci est en fait une introduction à votre lettre de motivation. Décrivez en quelques lignes votre parcours professionnel Décrivez en quelques lignes votre parcours professionnel.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7507D779-AD98-5DE1-3250-E75889F04C5D}"/>
              </a:ext>
            </a:extLst>
          </p:cNvPr>
          <p:cNvSpPr/>
          <p:nvPr/>
        </p:nvSpPr>
        <p:spPr>
          <a:xfrm>
            <a:off x="2690716" y="1345432"/>
            <a:ext cx="3621032" cy="324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fr-FR" sz="1600" b="1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 PROPOS DE MOI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E0EC9E9-156C-6FC6-2102-A8FF60E7519B}"/>
              </a:ext>
            </a:extLst>
          </p:cNvPr>
          <p:cNvSpPr/>
          <p:nvPr/>
        </p:nvSpPr>
        <p:spPr>
          <a:xfrm>
            <a:off x="2801985" y="3491412"/>
            <a:ext cx="4558086" cy="1016560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540"/>
              </a:spcBef>
              <a:spcAft>
                <a:spcPts val="216"/>
              </a:spcAft>
              <a:buSzPct val="180000"/>
            </a:pPr>
            <a:r>
              <a:rPr lang="fr-FR" sz="1200" b="1" dirty="0">
                <a:solidFill>
                  <a:srgbClr val="4BACC6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NOM ENTREPRISE | POSTE OCCUPÉ</a:t>
            </a:r>
            <a:endParaRPr lang="fr-FR" sz="1200" dirty="0">
              <a:solidFill>
                <a:srgbClr val="4BACC6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40"/>
              </a:spcBef>
              <a:spcAft>
                <a:spcPts val="216"/>
              </a:spcAft>
            </a:pPr>
            <a:r>
              <a:rPr lang="fr-FR" sz="1200" b="1" dirty="0">
                <a:solidFill>
                  <a:srgbClr val="595959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Janvier 20xx – mars 20xx</a:t>
            </a:r>
            <a:endParaRPr lang="fr-FR" sz="1200" dirty="0"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540"/>
              </a:spcBef>
              <a:spcAft>
                <a:spcPts val="216"/>
              </a:spcAft>
            </a:pPr>
            <a:r>
              <a:rPr lang="fr-FR" sz="1200" dirty="0">
                <a:solidFill>
                  <a:srgbClr val="262626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Décrivez ici les fonctions que vous avez occupé pour ce poste. Décrivez également vos missions et les résultats que vous avez obtenu.</a:t>
            </a:r>
            <a:endParaRPr lang="fr-FR" sz="1200" dirty="0"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97126C4-B43A-682D-4BB6-A1854195CFA0}"/>
              </a:ext>
            </a:extLst>
          </p:cNvPr>
          <p:cNvSpPr/>
          <p:nvPr/>
        </p:nvSpPr>
        <p:spPr>
          <a:xfrm>
            <a:off x="2801985" y="4579526"/>
            <a:ext cx="4558086" cy="1016560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540"/>
              </a:spcBef>
              <a:spcAft>
                <a:spcPts val="216"/>
              </a:spcAft>
            </a:pPr>
            <a:r>
              <a:rPr lang="fr-FR" sz="1200" b="1" dirty="0">
                <a:solidFill>
                  <a:srgbClr val="4BACC6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NOM ENTREPRISE | POSTE OCCUPÉ</a:t>
            </a:r>
            <a:endParaRPr lang="fr-FR" sz="1200" dirty="0">
              <a:solidFill>
                <a:srgbClr val="4BACC6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40"/>
              </a:spcBef>
              <a:spcAft>
                <a:spcPts val="216"/>
              </a:spcAft>
            </a:pPr>
            <a:r>
              <a:rPr lang="fr-FR" sz="1200" b="1" dirty="0">
                <a:solidFill>
                  <a:srgbClr val="595959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Janvier 20xx – mars 20xx</a:t>
            </a:r>
            <a:endParaRPr lang="fr-FR" sz="1200" dirty="0"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540"/>
              </a:spcBef>
              <a:spcAft>
                <a:spcPts val="216"/>
              </a:spcAft>
            </a:pPr>
            <a:r>
              <a:rPr lang="fr-FR" sz="1200" dirty="0">
                <a:solidFill>
                  <a:srgbClr val="262626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Décrivez ici les fonctions que vous avez occupé pour ce poste. Décrivez également vos missions et les résultats que vous avez obtenu.</a:t>
            </a:r>
            <a:endParaRPr lang="fr-FR" sz="1200" dirty="0"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0E3092FF-59FC-A691-072B-AAC861AF8110}"/>
              </a:ext>
            </a:extLst>
          </p:cNvPr>
          <p:cNvSpPr/>
          <p:nvPr/>
        </p:nvSpPr>
        <p:spPr>
          <a:xfrm>
            <a:off x="2801985" y="5667640"/>
            <a:ext cx="4558086" cy="1016560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540"/>
              </a:spcBef>
              <a:spcAft>
                <a:spcPts val="216"/>
              </a:spcAft>
            </a:pPr>
            <a:r>
              <a:rPr lang="fr-FR" sz="1200" b="1" dirty="0">
                <a:solidFill>
                  <a:srgbClr val="4BACC6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NOM ENTREPRISE | POSTE OCCUPÉ</a:t>
            </a:r>
            <a:endParaRPr lang="fr-FR" sz="1200" dirty="0">
              <a:solidFill>
                <a:srgbClr val="4BACC6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40"/>
              </a:spcBef>
              <a:spcAft>
                <a:spcPts val="216"/>
              </a:spcAft>
            </a:pPr>
            <a:r>
              <a:rPr lang="fr-FR" sz="1200" b="1" dirty="0">
                <a:solidFill>
                  <a:srgbClr val="595959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Janvier 20xx – mars 20xx</a:t>
            </a:r>
            <a:endParaRPr lang="fr-FR" sz="1200" dirty="0"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540"/>
              </a:spcBef>
              <a:spcAft>
                <a:spcPts val="216"/>
              </a:spcAft>
            </a:pPr>
            <a:r>
              <a:rPr lang="fr-FR" sz="1200" dirty="0">
                <a:solidFill>
                  <a:srgbClr val="262626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Décrivez ici les fonctions que vous avez occupé pour ce poste. Décrivez également vos missions et les résultats que vous avez obtenu.</a:t>
            </a:r>
            <a:endParaRPr lang="fr-FR" sz="1200" dirty="0"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884FBB55-6DEC-4430-CBE6-24996FD079F0}"/>
              </a:ext>
            </a:extLst>
          </p:cNvPr>
          <p:cNvSpPr/>
          <p:nvPr/>
        </p:nvSpPr>
        <p:spPr>
          <a:xfrm>
            <a:off x="2801985" y="6755754"/>
            <a:ext cx="4558086" cy="1016560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540"/>
              </a:spcBef>
              <a:spcAft>
                <a:spcPts val="216"/>
              </a:spcAft>
            </a:pPr>
            <a:r>
              <a:rPr lang="fr-FR" sz="1200" b="1" dirty="0">
                <a:solidFill>
                  <a:srgbClr val="4BACC6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NOM ENTREPRISE | POSTE OCCUPÉ</a:t>
            </a:r>
            <a:endParaRPr lang="fr-FR" sz="1200" dirty="0">
              <a:solidFill>
                <a:srgbClr val="4BACC6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40"/>
              </a:spcBef>
              <a:spcAft>
                <a:spcPts val="216"/>
              </a:spcAft>
            </a:pPr>
            <a:r>
              <a:rPr lang="fr-FR" sz="1200" b="1" dirty="0">
                <a:solidFill>
                  <a:srgbClr val="595959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Janvier 20xx – mars 20xx</a:t>
            </a:r>
            <a:endParaRPr lang="fr-FR" sz="1200" dirty="0"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540"/>
              </a:spcBef>
              <a:spcAft>
                <a:spcPts val="216"/>
              </a:spcAft>
            </a:pPr>
            <a:r>
              <a:rPr lang="fr-FR" sz="1200" dirty="0">
                <a:solidFill>
                  <a:srgbClr val="262626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Décrivez ici les fonctions que vous avez occupé pour ce poste. Décrivez également vos missions et les résultats que vous avez obtenu.</a:t>
            </a:r>
            <a:endParaRPr lang="fr-FR" sz="1200" dirty="0"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903068B-0055-19AA-3E98-0E78F9D56B94}"/>
              </a:ext>
            </a:extLst>
          </p:cNvPr>
          <p:cNvSpPr/>
          <p:nvPr/>
        </p:nvSpPr>
        <p:spPr>
          <a:xfrm>
            <a:off x="2717146" y="8645427"/>
            <a:ext cx="4558086" cy="896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540"/>
              </a:spcBef>
              <a:spcAft>
                <a:spcPts val="216"/>
              </a:spcAft>
            </a:pPr>
            <a:r>
              <a:rPr lang="fr-FR" sz="1200" b="1" dirty="0">
                <a:solidFill>
                  <a:srgbClr val="4BACC6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DIPLÔME / NOM DE L’UNIVERSITÉ OU ÉCOLE</a:t>
            </a:r>
          </a:p>
          <a:p>
            <a:pPr>
              <a:lnSpc>
                <a:spcPct val="115000"/>
              </a:lnSpc>
              <a:spcBef>
                <a:spcPts val="540"/>
              </a:spcBef>
              <a:spcAft>
                <a:spcPts val="216"/>
              </a:spcAft>
            </a:pPr>
            <a:r>
              <a:rPr lang="fr-FR" sz="1200" b="1" dirty="0">
                <a:solidFill>
                  <a:srgbClr val="595959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20xx – 20xx</a:t>
            </a:r>
          </a:p>
          <a:p>
            <a:pPr algn="just">
              <a:lnSpc>
                <a:spcPct val="115000"/>
              </a:lnSpc>
              <a:spcBef>
                <a:spcPts val="540"/>
              </a:spcBef>
              <a:spcAft>
                <a:spcPts val="216"/>
              </a:spcAft>
            </a:pPr>
            <a:r>
              <a:rPr lang="fr-FR" sz="1200" dirty="0">
                <a:solidFill>
                  <a:srgbClr val="262626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Décrivez en une ligne les objectifs et les spécialités de cette formation. 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CC105913-C56C-19E4-DF35-F4E8717E7D75}"/>
              </a:ext>
            </a:extLst>
          </p:cNvPr>
          <p:cNvSpPr/>
          <p:nvPr/>
        </p:nvSpPr>
        <p:spPr>
          <a:xfrm>
            <a:off x="2717146" y="9584367"/>
            <a:ext cx="4558086" cy="896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540"/>
              </a:spcBef>
              <a:spcAft>
                <a:spcPts val="216"/>
              </a:spcAft>
            </a:pPr>
            <a:r>
              <a:rPr lang="fr-FR" sz="1200" b="1" dirty="0">
                <a:solidFill>
                  <a:srgbClr val="4BACC6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DIPLÔME / NOM DE L’UNIVERSITÉ OU ÉCOLE</a:t>
            </a:r>
          </a:p>
          <a:p>
            <a:pPr>
              <a:lnSpc>
                <a:spcPct val="115000"/>
              </a:lnSpc>
              <a:spcBef>
                <a:spcPts val="540"/>
              </a:spcBef>
              <a:spcAft>
                <a:spcPts val="216"/>
              </a:spcAft>
            </a:pPr>
            <a:r>
              <a:rPr lang="fr-FR" sz="1200" b="1" dirty="0">
                <a:solidFill>
                  <a:srgbClr val="595959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20xx – 20xx</a:t>
            </a:r>
          </a:p>
          <a:p>
            <a:pPr algn="just">
              <a:lnSpc>
                <a:spcPct val="115000"/>
              </a:lnSpc>
              <a:spcBef>
                <a:spcPts val="540"/>
              </a:spcBef>
              <a:spcAft>
                <a:spcPts val="216"/>
              </a:spcAft>
            </a:pPr>
            <a:r>
              <a:rPr lang="fr-FR" sz="1200" dirty="0">
                <a:solidFill>
                  <a:srgbClr val="262626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Décrivez en une ligne les objectifs et les spécialités de cette formation. </a:t>
            </a: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C9C759DB-65EA-A7CC-3B6C-89904FA08748}"/>
              </a:ext>
            </a:extLst>
          </p:cNvPr>
          <p:cNvGrpSpPr/>
          <p:nvPr/>
        </p:nvGrpSpPr>
        <p:grpSpPr>
          <a:xfrm>
            <a:off x="135978" y="2787314"/>
            <a:ext cx="2262107" cy="1455409"/>
            <a:chOff x="-1665733" y="2512676"/>
            <a:chExt cx="2095227" cy="1348040"/>
          </a:xfrm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C8E9352-4391-A6CE-2BC3-2C93FAF103A2}"/>
                </a:ext>
              </a:extLst>
            </p:cNvPr>
            <p:cNvGrpSpPr/>
            <p:nvPr/>
          </p:nvGrpSpPr>
          <p:grpSpPr>
            <a:xfrm>
              <a:off x="-1304966" y="2512676"/>
              <a:ext cx="1734460" cy="1348040"/>
              <a:chOff x="401605" y="893122"/>
              <a:chExt cx="1772672" cy="1377737"/>
            </a:xfrm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2CB9E8DD-02B5-6937-D650-8EBFA73C3624}"/>
                  </a:ext>
                </a:extLst>
              </p:cNvPr>
              <p:cNvSpPr/>
              <p:nvPr/>
            </p:nvSpPr>
            <p:spPr>
              <a:xfrm>
                <a:off x="401606" y="1917231"/>
                <a:ext cx="1772668" cy="353628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fr-MA" sz="1200" b="1" dirty="0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Adresse:</a:t>
                </a:r>
              </a:p>
              <a:p>
                <a:pPr>
                  <a:lnSpc>
                    <a:spcPct val="107000"/>
                  </a:lnSpc>
                  <a:spcAft>
                    <a:spcPts val="722"/>
                  </a:spcAft>
                </a:pPr>
                <a:r>
                  <a:rPr lang="fr-MA" sz="1200" dirty="0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Ville, pays</a:t>
                </a:r>
                <a:endParaRPr lang="fr-FR" sz="1200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2DDA8198-BC1F-7EFA-D710-E127C78D426E}"/>
                  </a:ext>
                </a:extLst>
              </p:cNvPr>
              <p:cNvSpPr/>
              <p:nvPr/>
            </p:nvSpPr>
            <p:spPr>
              <a:xfrm>
                <a:off x="401605" y="893122"/>
                <a:ext cx="1772669" cy="34962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1200" b="1" dirty="0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Mobile:</a:t>
                </a:r>
              </a:p>
              <a:p>
                <a:pPr algn="l"/>
                <a:r>
                  <a:rPr lang="en-US" sz="1200" dirty="0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07 07 07 07 07</a:t>
                </a: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B823323A-C639-50ED-A728-544771ADAEB8}"/>
                  </a:ext>
                </a:extLst>
              </p:cNvPr>
              <p:cNvSpPr/>
              <p:nvPr/>
            </p:nvSpPr>
            <p:spPr>
              <a:xfrm>
                <a:off x="401606" y="1430593"/>
                <a:ext cx="1772671" cy="34962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1200" b="1" dirty="0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Email:</a:t>
                </a:r>
              </a:p>
              <a:p>
                <a:pPr algn="l"/>
                <a:r>
                  <a:rPr lang="en-US" sz="1200" dirty="0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info@cvexemple.com</a:t>
                </a:r>
                <a:endParaRPr lang="fr-FR" sz="1200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5669FC26-B506-D2DC-18FF-519C9879700E}"/>
                </a:ext>
              </a:extLst>
            </p:cNvPr>
            <p:cNvSpPr/>
            <p:nvPr/>
          </p:nvSpPr>
          <p:spPr>
            <a:xfrm>
              <a:off x="-1657473" y="2536173"/>
              <a:ext cx="284281" cy="28428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3022">
                <a:solidFill>
                  <a:schemeClr val="bg1"/>
                </a:solidFill>
              </a:endParaRP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2C635513-5477-AB04-47B6-A4F757CD0314}"/>
                </a:ext>
              </a:extLst>
            </p:cNvPr>
            <p:cNvSpPr/>
            <p:nvPr/>
          </p:nvSpPr>
          <p:spPr>
            <a:xfrm>
              <a:off x="-1661603" y="3036249"/>
              <a:ext cx="284281" cy="28428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3022" dirty="0">
                <a:solidFill>
                  <a:schemeClr val="bg1"/>
                </a:solidFill>
              </a:endParaRP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0FA44A21-8691-E33D-5DB9-A7C584FD833A}"/>
                </a:ext>
              </a:extLst>
            </p:cNvPr>
            <p:cNvSpPr/>
            <p:nvPr/>
          </p:nvSpPr>
          <p:spPr>
            <a:xfrm>
              <a:off x="-1665733" y="3536325"/>
              <a:ext cx="284281" cy="28428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3022">
                <a:solidFill>
                  <a:schemeClr val="bg1"/>
                </a:solidFill>
              </a:endParaRPr>
            </a:p>
          </p:txBody>
        </p:sp>
        <p:sp>
          <p:nvSpPr>
            <p:cNvPr id="131" name="شكل حر 78">
              <a:extLst>
                <a:ext uri="{FF2B5EF4-FFF2-40B4-BE49-F238E27FC236}">
                  <a16:creationId xmlns:a16="http://schemas.microsoft.com/office/drawing/2014/main" id="{C6C5EDE3-A854-EC63-7F17-61058863BA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1564494" y="3616330"/>
              <a:ext cx="71523" cy="108000"/>
            </a:xfrm>
            <a:custGeom>
              <a:avLst/>
              <a:gdLst>
                <a:gd name="connsiteX0" fmla="*/ 1316986 w 2647950"/>
                <a:gd name="connsiteY0" fmla="*/ 704850 h 3976070"/>
                <a:gd name="connsiteX1" fmla="*/ 776597 w 2647950"/>
                <a:gd name="connsiteY1" fmla="*/ 1245239 h 3976070"/>
                <a:gd name="connsiteX2" fmla="*/ 1316986 w 2647950"/>
                <a:gd name="connsiteY2" fmla="*/ 1785628 h 3976070"/>
                <a:gd name="connsiteX3" fmla="*/ 1857375 w 2647950"/>
                <a:gd name="connsiteY3" fmla="*/ 1245239 h 3976070"/>
                <a:gd name="connsiteX4" fmla="*/ 1316986 w 2647950"/>
                <a:gd name="connsiteY4" fmla="*/ 704850 h 3976070"/>
                <a:gd name="connsiteX5" fmla="*/ 1323975 w 2647950"/>
                <a:gd name="connsiteY5" fmla="*/ 0 h 3976070"/>
                <a:gd name="connsiteX6" fmla="*/ 2647950 w 2647950"/>
                <a:gd name="connsiteY6" fmla="*/ 1323975 h 3976070"/>
                <a:gd name="connsiteX7" fmla="*/ 2421836 w 2647950"/>
                <a:gd name="connsiteY7" fmla="*/ 2064222 h 3976070"/>
                <a:gd name="connsiteX8" fmla="*/ 2358543 w 2647950"/>
                <a:gd name="connsiteY8" fmla="*/ 2148863 h 3976070"/>
                <a:gd name="connsiteX9" fmla="*/ 1334733 w 2647950"/>
                <a:gd name="connsiteY9" fmla="*/ 3976070 h 3976070"/>
                <a:gd name="connsiteX10" fmla="*/ 273757 w 2647950"/>
                <a:gd name="connsiteY10" fmla="*/ 2127934 h 3976070"/>
                <a:gd name="connsiteX11" fmla="*/ 226114 w 2647950"/>
                <a:gd name="connsiteY11" fmla="*/ 2064222 h 3976070"/>
                <a:gd name="connsiteX12" fmla="*/ 0 w 2647950"/>
                <a:gd name="connsiteY12" fmla="*/ 1323975 h 3976070"/>
                <a:gd name="connsiteX13" fmla="*/ 1323975 w 2647950"/>
                <a:gd name="connsiteY13" fmla="*/ 0 h 397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47950" h="3976070">
                  <a:moveTo>
                    <a:pt x="1316986" y="704850"/>
                  </a:moveTo>
                  <a:cubicBezTo>
                    <a:pt x="1018537" y="704850"/>
                    <a:pt x="776597" y="946790"/>
                    <a:pt x="776597" y="1245239"/>
                  </a:cubicBezTo>
                  <a:cubicBezTo>
                    <a:pt x="776597" y="1543688"/>
                    <a:pt x="1018537" y="1785628"/>
                    <a:pt x="1316986" y="1785628"/>
                  </a:cubicBezTo>
                  <a:cubicBezTo>
                    <a:pt x="1615435" y="1785628"/>
                    <a:pt x="1857375" y="1543688"/>
                    <a:pt x="1857375" y="1245239"/>
                  </a:cubicBezTo>
                  <a:cubicBezTo>
                    <a:pt x="1857375" y="946790"/>
                    <a:pt x="1615435" y="704850"/>
                    <a:pt x="1316986" y="704850"/>
                  </a:cubicBezTo>
                  <a:close/>
                  <a:moveTo>
                    <a:pt x="1323975" y="0"/>
                  </a:moveTo>
                  <a:cubicBezTo>
                    <a:pt x="2055186" y="0"/>
                    <a:pt x="2647950" y="592764"/>
                    <a:pt x="2647950" y="1323975"/>
                  </a:cubicBezTo>
                  <a:cubicBezTo>
                    <a:pt x="2647950" y="1598179"/>
                    <a:pt x="2564593" y="1852914"/>
                    <a:pt x="2421836" y="2064222"/>
                  </a:cubicBezTo>
                  <a:lnTo>
                    <a:pt x="2358543" y="2148863"/>
                  </a:lnTo>
                  <a:lnTo>
                    <a:pt x="1334733" y="3976070"/>
                  </a:lnTo>
                  <a:lnTo>
                    <a:pt x="273757" y="2127934"/>
                  </a:lnTo>
                  <a:lnTo>
                    <a:pt x="226114" y="2064222"/>
                  </a:lnTo>
                  <a:cubicBezTo>
                    <a:pt x="83358" y="1852914"/>
                    <a:pt x="0" y="1598179"/>
                    <a:pt x="0" y="1323975"/>
                  </a:cubicBezTo>
                  <a:cubicBezTo>
                    <a:pt x="0" y="592764"/>
                    <a:pt x="592764" y="0"/>
                    <a:pt x="1323975" y="0"/>
                  </a:cubicBezTo>
                  <a:close/>
                </a:path>
              </a:pathLst>
            </a:custGeom>
            <a:solidFill>
              <a:schemeClr val="bg1"/>
            </a:solidFill>
            <a:ln w="793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6595" tIns="48297" rIns="96595" bIns="48297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MA" sz="4317">
                <a:solidFill>
                  <a:schemeClr val="bg1"/>
                </a:solidFill>
              </a:endParaRPr>
            </a:p>
          </p:txBody>
        </p:sp>
        <p:sp>
          <p:nvSpPr>
            <p:cNvPr id="132" name="شكل حر 85">
              <a:extLst>
                <a:ext uri="{FF2B5EF4-FFF2-40B4-BE49-F238E27FC236}">
                  <a16:creationId xmlns:a16="http://schemas.microsoft.com/office/drawing/2014/main" id="{81AB41E1-6522-9C9B-4D59-00B0ED0C91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1592464" y="3127052"/>
              <a:ext cx="144000" cy="102674"/>
            </a:xfrm>
            <a:custGeom>
              <a:avLst/>
              <a:gdLst>
                <a:gd name="connsiteX0" fmla="*/ 3316236 w 8372474"/>
                <a:gd name="connsiteY0" fmla="*/ 3531540 h 5981701"/>
                <a:gd name="connsiteX1" fmla="*/ 1307076 w 8372474"/>
                <a:gd name="connsiteY1" fmla="*/ 5537782 h 5981701"/>
                <a:gd name="connsiteX2" fmla="*/ 7035211 w 8372474"/>
                <a:gd name="connsiteY2" fmla="*/ 5534939 h 5981701"/>
                <a:gd name="connsiteX3" fmla="*/ 5064612 w 8372474"/>
                <a:gd name="connsiteY3" fmla="*/ 3558654 h 5981701"/>
                <a:gd name="connsiteX4" fmla="*/ 4317667 w 8372474"/>
                <a:gd name="connsiteY4" fmla="*/ 4306522 h 5981701"/>
                <a:gd name="connsiteX5" fmla="*/ 4091217 w 8372474"/>
                <a:gd name="connsiteY5" fmla="*/ 4308903 h 5981701"/>
                <a:gd name="connsiteX6" fmla="*/ 7887285 w 8372474"/>
                <a:gd name="connsiteY6" fmla="*/ 736631 h 5981701"/>
                <a:gd name="connsiteX7" fmla="*/ 5379748 w 8372474"/>
                <a:gd name="connsiteY7" fmla="*/ 3243523 h 5981701"/>
                <a:gd name="connsiteX8" fmla="*/ 7665088 w 8372474"/>
                <a:gd name="connsiteY8" fmla="*/ 5527516 h 5981701"/>
                <a:gd name="connsiteX9" fmla="*/ 7884020 w 8372474"/>
                <a:gd name="connsiteY9" fmla="*/ 5078798 h 5981701"/>
                <a:gd name="connsiteX10" fmla="*/ 7887285 w 8372474"/>
                <a:gd name="connsiteY10" fmla="*/ 736631 h 5981701"/>
                <a:gd name="connsiteX11" fmla="*/ 494711 w 8372474"/>
                <a:gd name="connsiteY11" fmla="*/ 712818 h 5981701"/>
                <a:gd name="connsiteX12" fmla="*/ 497974 w 8372474"/>
                <a:gd name="connsiteY12" fmla="*/ 5054986 h 5981701"/>
                <a:gd name="connsiteX13" fmla="*/ 716862 w 8372474"/>
                <a:gd name="connsiteY13" fmla="*/ 5503704 h 5981701"/>
                <a:gd name="connsiteX14" fmla="*/ 3001739 w 8372474"/>
                <a:gd name="connsiteY14" fmla="*/ 3219711 h 5981701"/>
                <a:gd name="connsiteX15" fmla="*/ 881060 w 8372474"/>
                <a:gd name="connsiteY15" fmla="*/ 472017 h 5981701"/>
                <a:gd name="connsiteX16" fmla="*/ 4067173 w 8372474"/>
                <a:gd name="connsiteY16" fmla="*/ 3655748 h 5981701"/>
                <a:gd name="connsiteX17" fmla="*/ 4212429 w 8372474"/>
                <a:gd name="connsiteY17" fmla="*/ 3729567 h 5981701"/>
                <a:gd name="connsiteX18" fmla="*/ 4348161 w 8372474"/>
                <a:gd name="connsiteY18" fmla="*/ 3641461 h 5981701"/>
                <a:gd name="connsiteX19" fmla="*/ 7519985 w 8372474"/>
                <a:gd name="connsiteY19" fmla="*/ 472017 h 5981701"/>
                <a:gd name="connsiteX20" fmla="*/ 892290 w 8372474"/>
                <a:gd name="connsiteY20" fmla="*/ 0 h 5981701"/>
                <a:gd name="connsiteX21" fmla="*/ 7480184 w 8372474"/>
                <a:gd name="connsiteY21" fmla="*/ 0 h 5981701"/>
                <a:gd name="connsiteX22" fmla="*/ 8372474 w 8372474"/>
                <a:gd name="connsiteY22" fmla="*/ 892290 h 5981701"/>
                <a:gd name="connsiteX23" fmla="*/ 8372474 w 8372474"/>
                <a:gd name="connsiteY23" fmla="*/ 5089411 h 5981701"/>
                <a:gd name="connsiteX24" fmla="*/ 7480184 w 8372474"/>
                <a:gd name="connsiteY24" fmla="*/ 5981701 h 5981701"/>
                <a:gd name="connsiteX25" fmla="*/ 892290 w 8372474"/>
                <a:gd name="connsiteY25" fmla="*/ 5981701 h 5981701"/>
                <a:gd name="connsiteX26" fmla="*/ 0 w 8372474"/>
                <a:gd name="connsiteY26" fmla="*/ 5089411 h 5981701"/>
                <a:gd name="connsiteX27" fmla="*/ 0 w 8372474"/>
                <a:gd name="connsiteY27" fmla="*/ 892290 h 5981701"/>
                <a:gd name="connsiteX28" fmla="*/ 892290 w 8372474"/>
                <a:gd name="connsiteY28" fmla="*/ 0 h 5981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372474" h="5981701">
                  <a:moveTo>
                    <a:pt x="3316236" y="3531540"/>
                  </a:moveTo>
                  <a:lnTo>
                    <a:pt x="1307076" y="5537782"/>
                  </a:lnTo>
                  <a:lnTo>
                    <a:pt x="7035211" y="5534939"/>
                  </a:lnTo>
                  <a:lnTo>
                    <a:pt x="5064612" y="3558654"/>
                  </a:lnTo>
                  <a:lnTo>
                    <a:pt x="4317667" y="4306522"/>
                  </a:lnTo>
                  <a:cubicBezTo>
                    <a:pt x="4246947" y="4383516"/>
                    <a:pt x="4152413" y="4365259"/>
                    <a:pt x="4091217" y="4308903"/>
                  </a:cubicBezTo>
                  <a:close/>
                  <a:moveTo>
                    <a:pt x="7887285" y="736631"/>
                  </a:moveTo>
                  <a:lnTo>
                    <a:pt x="5379748" y="3243523"/>
                  </a:lnTo>
                  <a:lnTo>
                    <a:pt x="7665088" y="5527516"/>
                  </a:lnTo>
                  <a:cubicBezTo>
                    <a:pt x="7783318" y="5489862"/>
                    <a:pt x="7896785" y="5392677"/>
                    <a:pt x="7884020" y="5078798"/>
                  </a:cubicBezTo>
                  <a:cubicBezTo>
                    <a:pt x="7877170" y="3582196"/>
                    <a:pt x="7894135" y="2233232"/>
                    <a:pt x="7887285" y="736631"/>
                  </a:cubicBezTo>
                  <a:close/>
                  <a:moveTo>
                    <a:pt x="494711" y="712818"/>
                  </a:moveTo>
                  <a:cubicBezTo>
                    <a:pt x="487861" y="2209420"/>
                    <a:pt x="504824" y="3558384"/>
                    <a:pt x="497974" y="5054986"/>
                  </a:cubicBezTo>
                  <a:cubicBezTo>
                    <a:pt x="485212" y="5368865"/>
                    <a:pt x="598656" y="5466050"/>
                    <a:pt x="716862" y="5503704"/>
                  </a:cubicBezTo>
                  <a:lnTo>
                    <a:pt x="3001739" y="3219711"/>
                  </a:lnTo>
                  <a:close/>
                  <a:moveTo>
                    <a:pt x="881060" y="472017"/>
                  </a:moveTo>
                  <a:lnTo>
                    <a:pt x="4067173" y="3655748"/>
                  </a:lnTo>
                  <a:cubicBezTo>
                    <a:pt x="4101304" y="3685117"/>
                    <a:pt x="4099716" y="3719248"/>
                    <a:pt x="4212429" y="3729567"/>
                  </a:cubicBezTo>
                  <a:cubicBezTo>
                    <a:pt x="4298154" y="3712104"/>
                    <a:pt x="4312442" y="3685118"/>
                    <a:pt x="4348161" y="3641461"/>
                  </a:cubicBezTo>
                  <a:lnTo>
                    <a:pt x="7519985" y="472017"/>
                  </a:lnTo>
                  <a:close/>
                  <a:moveTo>
                    <a:pt x="892290" y="0"/>
                  </a:moveTo>
                  <a:lnTo>
                    <a:pt x="7480184" y="0"/>
                  </a:lnTo>
                  <a:cubicBezTo>
                    <a:pt x="7972982" y="0"/>
                    <a:pt x="8372474" y="399492"/>
                    <a:pt x="8372474" y="892290"/>
                  </a:cubicBezTo>
                  <a:lnTo>
                    <a:pt x="8372474" y="5089411"/>
                  </a:lnTo>
                  <a:cubicBezTo>
                    <a:pt x="8372474" y="5582209"/>
                    <a:pt x="7972982" y="5981701"/>
                    <a:pt x="7480184" y="5981701"/>
                  </a:cubicBezTo>
                  <a:lnTo>
                    <a:pt x="892290" y="5981701"/>
                  </a:lnTo>
                  <a:cubicBezTo>
                    <a:pt x="399492" y="5981701"/>
                    <a:pt x="0" y="5582209"/>
                    <a:pt x="0" y="5089411"/>
                  </a:cubicBezTo>
                  <a:lnTo>
                    <a:pt x="0" y="892290"/>
                  </a:lnTo>
                  <a:cubicBezTo>
                    <a:pt x="0" y="399492"/>
                    <a:pt x="399492" y="0"/>
                    <a:pt x="89229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6595" tIns="48297" rIns="96595" bIns="48297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MA" sz="4317">
                <a:solidFill>
                  <a:schemeClr val="bg1"/>
                </a:solidFill>
              </a:endParaRPr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4101741D-7437-9BFF-BC2C-21E96533C9D3}"/>
                </a:ext>
              </a:extLst>
            </p:cNvPr>
            <p:cNvSpPr/>
            <p:nvPr/>
          </p:nvSpPr>
          <p:spPr>
            <a:xfrm>
              <a:off x="-1569333" y="2624313"/>
              <a:ext cx="108000" cy="108000"/>
            </a:xfrm>
            <a:custGeom>
              <a:avLst/>
              <a:gdLst>
                <a:gd name="connsiteX0" fmla="*/ 67377 w 108660"/>
                <a:gd name="connsiteY0" fmla="*/ 71902 h 115365"/>
                <a:gd name="connsiteX1" fmla="*/ 70853 w 108660"/>
                <a:gd name="connsiteY1" fmla="*/ 73629 h 115365"/>
                <a:gd name="connsiteX2" fmla="*/ 86114 w 108660"/>
                <a:gd name="connsiteY2" fmla="*/ 100034 h 115365"/>
                <a:gd name="connsiteX3" fmla="*/ 84836 w 108660"/>
                <a:gd name="connsiteY3" fmla="*/ 104841 h 115365"/>
                <a:gd name="connsiteX4" fmla="*/ 76774 w 108660"/>
                <a:gd name="connsiteY4" fmla="*/ 109523 h 115365"/>
                <a:gd name="connsiteX5" fmla="*/ 71978 w 108660"/>
                <a:gd name="connsiteY5" fmla="*/ 108243 h 115365"/>
                <a:gd name="connsiteX6" fmla="*/ 56717 w 108660"/>
                <a:gd name="connsiteY6" fmla="*/ 81838 h 115365"/>
                <a:gd name="connsiteX7" fmla="*/ 57995 w 108660"/>
                <a:gd name="connsiteY7" fmla="*/ 77031 h 115365"/>
                <a:gd name="connsiteX8" fmla="*/ 66057 w 108660"/>
                <a:gd name="connsiteY8" fmla="*/ 72349 h 115365"/>
                <a:gd name="connsiteX9" fmla="*/ 67377 w 108660"/>
                <a:gd name="connsiteY9" fmla="*/ 71902 h 115365"/>
                <a:gd name="connsiteX10" fmla="*/ 90660 w 108660"/>
                <a:gd name="connsiteY10" fmla="*/ 11963 h 115365"/>
                <a:gd name="connsiteX11" fmla="*/ 108660 w 108660"/>
                <a:gd name="connsiteY11" fmla="*/ 29963 h 115365"/>
                <a:gd name="connsiteX12" fmla="*/ 90660 w 108660"/>
                <a:gd name="connsiteY12" fmla="*/ 47963 h 115365"/>
                <a:gd name="connsiteX13" fmla="*/ 72660 w 108660"/>
                <a:gd name="connsiteY13" fmla="*/ 29963 h 115365"/>
                <a:gd name="connsiteX14" fmla="*/ 90660 w 108660"/>
                <a:gd name="connsiteY14" fmla="*/ 11963 h 115365"/>
                <a:gd name="connsiteX15" fmla="*/ 12883 w 108660"/>
                <a:gd name="connsiteY15" fmla="*/ 10583 h 115365"/>
                <a:gd name="connsiteX16" fmla="*/ 28856 w 108660"/>
                <a:gd name="connsiteY16" fmla="*/ 38492 h 115365"/>
                <a:gd name="connsiteX17" fmla="*/ 29670 w 108660"/>
                <a:gd name="connsiteY17" fmla="*/ 68633 h 115365"/>
                <a:gd name="connsiteX18" fmla="*/ 54537 w 108660"/>
                <a:gd name="connsiteY18" fmla="*/ 82872 h 115365"/>
                <a:gd name="connsiteX19" fmla="*/ 70535 w 108660"/>
                <a:gd name="connsiteY19" fmla="*/ 110710 h 115365"/>
                <a:gd name="connsiteX20" fmla="*/ 56894 w 108660"/>
                <a:gd name="connsiteY20" fmla="*/ 115365 h 115365"/>
                <a:gd name="connsiteX21" fmla="*/ 45294 w 108660"/>
                <a:gd name="connsiteY21" fmla="*/ 110850 h 115365"/>
                <a:gd name="connsiteX22" fmla="*/ 20 w 108660"/>
                <a:gd name="connsiteY22" fmla="*/ 26785 h 115365"/>
                <a:gd name="connsiteX23" fmla="*/ 3356 w 108660"/>
                <a:gd name="connsiteY23" fmla="*/ 17711 h 115365"/>
                <a:gd name="connsiteX24" fmla="*/ 12883 w 108660"/>
                <a:gd name="connsiteY24" fmla="*/ 10583 h 115365"/>
                <a:gd name="connsiteX25" fmla="*/ 26146 w 108660"/>
                <a:gd name="connsiteY25" fmla="*/ 27 h 115365"/>
                <a:gd name="connsiteX26" fmla="*/ 29622 w 108660"/>
                <a:gd name="connsiteY26" fmla="*/ 1755 h 115365"/>
                <a:gd name="connsiteX27" fmla="*/ 44882 w 108660"/>
                <a:gd name="connsiteY27" fmla="*/ 28160 h 115365"/>
                <a:gd name="connsiteX28" fmla="*/ 43605 w 108660"/>
                <a:gd name="connsiteY28" fmla="*/ 32967 h 115365"/>
                <a:gd name="connsiteX29" fmla="*/ 35542 w 108660"/>
                <a:gd name="connsiteY29" fmla="*/ 37649 h 115365"/>
                <a:gd name="connsiteX30" fmla="*/ 30747 w 108660"/>
                <a:gd name="connsiteY30" fmla="*/ 36368 h 115365"/>
                <a:gd name="connsiteX31" fmla="*/ 15486 w 108660"/>
                <a:gd name="connsiteY31" fmla="*/ 9963 h 115365"/>
                <a:gd name="connsiteX32" fmla="*/ 16764 w 108660"/>
                <a:gd name="connsiteY32" fmla="*/ 5156 h 115365"/>
                <a:gd name="connsiteX33" fmla="*/ 24826 w 108660"/>
                <a:gd name="connsiteY33" fmla="*/ 474 h 115365"/>
                <a:gd name="connsiteX34" fmla="*/ 26146 w 108660"/>
                <a:gd name="connsiteY34" fmla="*/ 27 h 115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08660" h="115365">
                  <a:moveTo>
                    <a:pt x="67377" y="71902"/>
                  </a:moveTo>
                  <a:cubicBezTo>
                    <a:pt x="68734" y="71731"/>
                    <a:pt x="70124" y="72369"/>
                    <a:pt x="70853" y="73629"/>
                  </a:cubicBezTo>
                  <a:lnTo>
                    <a:pt x="86114" y="100034"/>
                  </a:lnTo>
                  <a:cubicBezTo>
                    <a:pt x="87085" y="101715"/>
                    <a:pt x="86513" y="103867"/>
                    <a:pt x="84836" y="104841"/>
                  </a:cubicBezTo>
                  <a:lnTo>
                    <a:pt x="76774" y="109523"/>
                  </a:lnTo>
                  <a:cubicBezTo>
                    <a:pt x="75097" y="110497"/>
                    <a:pt x="72950" y="109924"/>
                    <a:pt x="71978" y="108243"/>
                  </a:cubicBezTo>
                  <a:lnTo>
                    <a:pt x="56717" y="81838"/>
                  </a:lnTo>
                  <a:cubicBezTo>
                    <a:pt x="55746" y="80157"/>
                    <a:pt x="56318" y="78005"/>
                    <a:pt x="57995" y="77031"/>
                  </a:cubicBezTo>
                  <a:lnTo>
                    <a:pt x="66057" y="72349"/>
                  </a:lnTo>
                  <a:cubicBezTo>
                    <a:pt x="66477" y="72106"/>
                    <a:pt x="66925" y="71959"/>
                    <a:pt x="67377" y="71902"/>
                  </a:cubicBezTo>
                  <a:close/>
                  <a:moveTo>
                    <a:pt x="90660" y="11963"/>
                  </a:moveTo>
                  <a:cubicBezTo>
                    <a:pt x="100601" y="11963"/>
                    <a:pt x="108660" y="20022"/>
                    <a:pt x="108660" y="29963"/>
                  </a:cubicBezTo>
                  <a:cubicBezTo>
                    <a:pt x="108660" y="39904"/>
                    <a:pt x="100601" y="47963"/>
                    <a:pt x="90660" y="47963"/>
                  </a:cubicBezTo>
                  <a:cubicBezTo>
                    <a:pt x="80719" y="47963"/>
                    <a:pt x="72660" y="39904"/>
                    <a:pt x="72660" y="29963"/>
                  </a:cubicBezTo>
                  <a:cubicBezTo>
                    <a:pt x="72660" y="20022"/>
                    <a:pt x="80719" y="11963"/>
                    <a:pt x="90660" y="11963"/>
                  </a:cubicBezTo>
                  <a:close/>
                  <a:moveTo>
                    <a:pt x="12883" y="10583"/>
                  </a:moveTo>
                  <a:lnTo>
                    <a:pt x="28856" y="38492"/>
                  </a:lnTo>
                  <a:cubicBezTo>
                    <a:pt x="19525" y="44628"/>
                    <a:pt x="25413" y="61107"/>
                    <a:pt x="29670" y="68633"/>
                  </a:cubicBezTo>
                  <a:cubicBezTo>
                    <a:pt x="34137" y="76158"/>
                    <a:pt x="44638" y="88577"/>
                    <a:pt x="54537" y="82872"/>
                  </a:cubicBezTo>
                  <a:lnTo>
                    <a:pt x="70535" y="110710"/>
                  </a:lnTo>
                  <a:cubicBezTo>
                    <a:pt x="62330" y="115705"/>
                    <a:pt x="59819" y="115213"/>
                    <a:pt x="56894" y="115365"/>
                  </a:cubicBezTo>
                  <a:cubicBezTo>
                    <a:pt x="52780" y="115307"/>
                    <a:pt x="47969" y="112616"/>
                    <a:pt x="45294" y="110850"/>
                  </a:cubicBezTo>
                  <a:cubicBezTo>
                    <a:pt x="32483" y="102989"/>
                    <a:pt x="-936" y="61099"/>
                    <a:pt x="20" y="26785"/>
                  </a:cubicBezTo>
                  <a:cubicBezTo>
                    <a:pt x="137" y="22672"/>
                    <a:pt x="1794" y="19675"/>
                    <a:pt x="3356" y="17711"/>
                  </a:cubicBezTo>
                  <a:cubicBezTo>
                    <a:pt x="5476" y="15116"/>
                    <a:pt x="9518" y="12492"/>
                    <a:pt x="12883" y="10583"/>
                  </a:cubicBezTo>
                  <a:close/>
                  <a:moveTo>
                    <a:pt x="26146" y="27"/>
                  </a:moveTo>
                  <a:cubicBezTo>
                    <a:pt x="27503" y="-144"/>
                    <a:pt x="28893" y="494"/>
                    <a:pt x="29622" y="1755"/>
                  </a:cubicBezTo>
                  <a:lnTo>
                    <a:pt x="44882" y="28160"/>
                  </a:lnTo>
                  <a:cubicBezTo>
                    <a:pt x="45854" y="29841"/>
                    <a:pt x="45282" y="31993"/>
                    <a:pt x="43605" y="32967"/>
                  </a:cubicBezTo>
                  <a:lnTo>
                    <a:pt x="35542" y="37649"/>
                  </a:lnTo>
                  <a:cubicBezTo>
                    <a:pt x="33866" y="38622"/>
                    <a:pt x="31719" y="38049"/>
                    <a:pt x="30747" y="36368"/>
                  </a:cubicBezTo>
                  <a:lnTo>
                    <a:pt x="15486" y="9963"/>
                  </a:lnTo>
                  <a:cubicBezTo>
                    <a:pt x="14515" y="8282"/>
                    <a:pt x="15087" y="6130"/>
                    <a:pt x="16764" y="5156"/>
                  </a:cubicBezTo>
                  <a:lnTo>
                    <a:pt x="24826" y="474"/>
                  </a:lnTo>
                  <a:cubicBezTo>
                    <a:pt x="25245" y="231"/>
                    <a:pt x="25694" y="84"/>
                    <a:pt x="26146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MA" sz="4317">
                <a:solidFill>
                  <a:schemeClr val="bg1"/>
                </a:solidFill>
              </a:endParaRPr>
            </a:p>
          </p:txBody>
        </p:sp>
      </p:grpSp>
      <p:sp>
        <p:nvSpPr>
          <p:cNvPr id="138" name="Rectangle 137">
            <a:extLst>
              <a:ext uri="{FF2B5EF4-FFF2-40B4-BE49-F238E27FC236}">
                <a16:creationId xmlns:a16="http://schemas.microsoft.com/office/drawing/2014/main" id="{F118C6D3-F698-E8CB-5C96-C595F1260680}"/>
              </a:ext>
            </a:extLst>
          </p:cNvPr>
          <p:cNvSpPr/>
          <p:nvPr/>
        </p:nvSpPr>
        <p:spPr>
          <a:xfrm>
            <a:off x="135978" y="5102147"/>
            <a:ext cx="2135327" cy="1625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07000"/>
              </a:lnSpc>
              <a:spcAft>
                <a:spcPts val="722"/>
              </a:spcAft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Pack office</a:t>
            </a:r>
          </a:p>
          <a:p>
            <a:pPr marL="171450" indent="-171450">
              <a:lnSpc>
                <a:spcPct val="107000"/>
              </a:lnSpc>
              <a:spcAft>
                <a:spcPts val="722"/>
              </a:spcAft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Wordpress</a:t>
            </a:r>
          </a:p>
          <a:p>
            <a:pPr marL="171450" indent="-171450">
              <a:lnSpc>
                <a:spcPct val="107000"/>
              </a:lnSpc>
              <a:spcAft>
                <a:spcPts val="722"/>
              </a:spcAft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SEO</a:t>
            </a:r>
          </a:p>
          <a:p>
            <a:pPr marL="171450" indent="-171450">
              <a:lnSpc>
                <a:spcPct val="107000"/>
              </a:lnSpc>
              <a:spcAft>
                <a:spcPts val="722"/>
              </a:spcAft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HTML/CSS</a:t>
            </a:r>
          </a:p>
          <a:p>
            <a:pPr marL="171450" indent="-171450">
              <a:lnSpc>
                <a:spcPct val="107000"/>
              </a:lnSpc>
              <a:spcAft>
                <a:spcPts val="722"/>
              </a:spcAft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Facebook ADS</a:t>
            </a:r>
          </a:p>
          <a:p>
            <a:pPr marL="171450" indent="-171450">
              <a:lnSpc>
                <a:spcPct val="107000"/>
              </a:lnSpc>
              <a:spcAft>
                <a:spcPts val="722"/>
              </a:spcAft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Google ADS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46EFAA9-ED99-15A6-4AB1-0B7E9C937033}"/>
              </a:ext>
            </a:extLst>
          </p:cNvPr>
          <p:cNvGrpSpPr/>
          <p:nvPr/>
        </p:nvGrpSpPr>
        <p:grpSpPr>
          <a:xfrm>
            <a:off x="67284" y="6868510"/>
            <a:ext cx="2389576" cy="406983"/>
            <a:chOff x="67284" y="6808688"/>
            <a:chExt cx="2389576" cy="406983"/>
          </a:xfrm>
        </p:grpSpPr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FA06D3DA-8397-8DF5-D7A3-1D70E3BB3072}"/>
                </a:ext>
              </a:extLst>
            </p:cNvPr>
            <p:cNvGrpSpPr/>
            <p:nvPr/>
          </p:nvGrpSpPr>
          <p:grpSpPr>
            <a:xfrm>
              <a:off x="67284" y="6808688"/>
              <a:ext cx="2389576" cy="406983"/>
              <a:chOff x="73374" y="4820800"/>
              <a:chExt cx="2389576" cy="406983"/>
            </a:xfrm>
          </p:grpSpPr>
          <p:sp>
            <p:nvSpPr>
              <p:cNvPr id="142" name="Rectangle: Rounded Corners 141">
                <a:extLst>
                  <a:ext uri="{FF2B5EF4-FFF2-40B4-BE49-F238E27FC236}">
                    <a16:creationId xmlns:a16="http://schemas.microsoft.com/office/drawing/2014/main" id="{F05F98F2-1686-E4D2-7A47-E0C65F5A7113}"/>
                  </a:ext>
                </a:extLst>
              </p:cNvPr>
              <p:cNvSpPr/>
              <p:nvPr/>
            </p:nvSpPr>
            <p:spPr>
              <a:xfrm>
                <a:off x="355822" y="4880510"/>
                <a:ext cx="2107128" cy="294082"/>
              </a:xfrm>
              <a:prstGeom prst="roundRect">
                <a:avLst/>
              </a:prstGeom>
              <a:noFill/>
              <a:ln>
                <a:solidFill>
                  <a:srgbClr val="FFFFFF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87313"/>
                <a:r>
                  <a:rPr lang="fr-FR" b="1" dirty="0">
                    <a:solidFill>
                      <a:schemeClr val="bg1"/>
                    </a:solidFill>
                  </a:rPr>
                  <a:t>LANGUES</a:t>
                </a:r>
                <a:endParaRPr lang="fr-FR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92FCA516-7870-C7F2-61C3-3115929D4E52}"/>
                  </a:ext>
                </a:extLst>
              </p:cNvPr>
              <p:cNvSpPr/>
              <p:nvPr/>
            </p:nvSpPr>
            <p:spPr>
              <a:xfrm>
                <a:off x="73374" y="4820800"/>
                <a:ext cx="406800" cy="40698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48" name="Block Arc 14">
              <a:extLst>
                <a:ext uri="{FF2B5EF4-FFF2-40B4-BE49-F238E27FC236}">
                  <a16:creationId xmlns:a16="http://schemas.microsoft.com/office/drawing/2014/main" id="{7FAFD9ED-AF0B-1BA7-9BF7-0D18AE3890DD}"/>
                </a:ext>
              </a:extLst>
            </p:cNvPr>
            <p:cNvSpPr/>
            <p:nvPr/>
          </p:nvSpPr>
          <p:spPr>
            <a:xfrm rot="16200000">
              <a:off x="165837" y="6904196"/>
              <a:ext cx="207650" cy="207787"/>
            </a:xfrm>
            <a:custGeom>
              <a:avLst/>
              <a:gdLst/>
              <a:ahLst/>
              <a:cxnLst/>
              <a:rect l="l" t="t" r="r" b="b"/>
              <a:pathLst>
                <a:path w="3185463" h="3187558">
                  <a:moveTo>
                    <a:pt x="764000" y="2343999"/>
                  </a:moveTo>
                  <a:cubicBezTo>
                    <a:pt x="566798" y="2256389"/>
                    <a:pt x="385374" y="2134753"/>
                    <a:pt x="230072" y="1981662"/>
                  </a:cubicBezTo>
                  <a:cubicBezTo>
                    <a:pt x="297001" y="2223876"/>
                    <a:pt x="428049" y="2439341"/>
                    <a:pt x="603989" y="2608945"/>
                  </a:cubicBezTo>
                  <a:cubicBezTo>
                    <a:pt x="667739" y="2525681"/>
                    <a:pt x="720588" y="2436567"/>
                    <a:pt x="764000" y="2343999"/>
                  </a:cubicBezTo>
                  <a:close/>
                  <a:moveTo>
                    <a:pt x="783530" y="862903"/>
                  </a:moveTo>
                  <a:cubicBezTo>
                    <a:pt x="737619" y="760936"/>
                    <a:pt x="681240" y="662513"/>
                    <a:pt x="611676" y="571152"/>
                  </a:cubicBezTo>
                  <a:cubicBezTo>
                    <a:pt x="419218" y="754019"/>
                    <a:pt x="279227" y="991173"/>
                    <a:pt x="215545" y="1258034"/>
                  </a:cubicBezTo>
                  <a:cubicBezTo>
                    <a:pt x="378729" y="1090139"/>
                    <a:pt x="571934" y="956907"/>
                    <a:pt x="783530" y="862903"/>
                  </a:cubicBezTo>
                  <a:close/>
                  <a:moveTo>
                    <a:pt x="935657" y="1673146"/>
                  </a:moveTo>
                  <a:lnTo>
                    <a:pt x="227023" y="1673146"/>
                  </a:lnTo>
                  <a:cubicBezTo>
                    <a:pt x="393068" y="1882941"/>
                    <a:pt x="605618" y="2045968"/>
                    <a:pt x="844267" y="2153109"/>
                  </a:cubicBezTo>
                  <a:cubicBezTo>
                    <a:pt x="897907" y="1997390"/>
                    <a:pt x="928862" y="1835739"/>
                    <a:pt x="935657" y="1673146"/>
                  </a:cubicBezTo>
                  <a:close/>
                  <a:moveTo>
                    <a:pt x="935928" y="1493146"/>
                  </a:moveTo>
                  <a:cubicBezTo>
                    <a:pt x="928922" y="1345638"/>
                    <a:pt x="902278" y="1198995"/>
                    <a:pt x="856775" y="1056956"/>
                  </a:cubicBezTo>
                  <a:cubicBezTo>
                    <a:pt x="636768" y="1156959"/>
                    <a:pt x="439487" y="1304654"/>
                    <a:pt x="281464" y="1493146"/>
                  </a:cubicBezTo>
                  <a:close/>
                  <a:moveTo>
                    <a:pt x="1469785" y="2515107"/>
                  </a:moveTo>
                  <a:cubicBezTo>
                    <a:pt x="1283000" y="2508124"/>
                    <a:pt x="1100523" y="2472287"/>
                    <a:pt x="927628" y="2411229"/>
                  </a:cubicBezTo>
                  <a:cubicBezTo>
                    <a:pt x="876831" y="2520843"/>
                    <a:pt x="814172" y="2626182"/>
                    <a:pt x="738220" y="2724387"/>
                  </a:cubicBezTo>
                  <a:cubicBezTo>
                    <a:pt x="944637" y="2881665"/>
                    <a:pt x="1196120" y="2982471"/>
                    <a:pt x="1469785" y="3005418"/>
                  </a:cubicBezTo>
                  <a:close/>
                  <a:moveTo>
                    <a:pt x="1469785" y="1673146"/>
                  </a:moveTo>
                  <a:lnTo>
                    <a:pt x="1112275" y="1673146"/>
                  </a:lnTo>
                  <a:cubicBezTo>
                    <a:pt x="1105327" y="1858153"/>
                    <a:pt x="1070032" y="2042144"/>
                    <a:pt x="1008001" y="2219039"/>
                  </a:cubicBezTo>
                  <a:cubicBezTo>
                    <a:pt x="1155519" y="2270408"/>
                    <a:pt x="1310845" y="2300826"/>
                    <a:pt x="1469785" y="2307834"/>
                  </a:cubicBezTo>
                  <a:close/>
                  <a:moveTo>
                    <a:pt x="1469785" y="898989"/>
                  </a:moveTo>
                  <a:cubicBezTo>
                    <a:pt x="1315103" y="907762"/>
                    <a:pt x="1164166" y="938783"/>
                    <a:pt x="1020939" y="990066"/>
                  </a:cubicBezTo>
                  <a:cubicBezTo>
                    <a:pt x="1074574" y="1153655"/>
                    <a:pt x="1105461" y="1322925"/>
                    <a:pt x="1112368" y="1493146"/>
                  </a:cubicBezTo>
                  <a:lnTo>
                    <a:pt x="1469785" y="1493146"/>
                  </a:lnTo>
                  <a:close/>
                  <a:moveTo>
                    <a:pt x="1469785" y="182141"/>
                  </a:moveTo>
                  <a:cubicBezTo>
                    <a:pt x="1199839" y="204777"/>
                    <a:pt x="951477" y="303168"/>
                    <a:pt x="746615" y="456764"/>
                  </a:cubicBezTo>
                  <a:cubicBezTo>
                    <a:pt x="828296" y="562801"/>
                    <a:pt x="894225" y="677310"/>
                    <a:pt x="947434" y="796072"/>
                  </a:cubicBezTo>
                  <a:cubicBezTo>
                    <a:pt x="1113886" y="736067"/>
                    <a:pt x="1289644" y="700323"/>
                    <a:pt x="1469785" y="691530"/>
                  </a:cubicBezTo>
                  <a:close/>
                  <a:moveTo>
                    <a:pt x="2150063" y="992171"/>
                  </a:moveTo>
                  <a:cubicBezTo>
                    <a:pt x="1990712" y="935501"/>
                    <a:pt x="1822242" y="902595"/>
                    <a:pt x="1649785" y="897224"/>
                  </a:cubicBezTo>
                  <a:lnTo>
                    <a:pt x="1649785" y="1493146"/>
                  </a:lnTo>
                  <a:lnTo>
                    <a:pt x="2063712" y="1493146"/>
                  </a:lnTo>
                  <a:cubicBezTo>
                    <a:pt x="2069089" y="1323887"/>
                    <a:pt x="2098366" y="1155330"/>
                    <a:pt x="2150063" y="992171"/>
                  </a:cubicBezTo>
                  <a:close/>
                  <a:moveTo>
                    <a:pt x="2168848" y="2199110"/>
                  </a:moveTo>
                  <a:cubicBezTo>
                    <a:pt x="2108555" y="2028681"/>
                    <a:pt x="2073581" y="1851532"/>
                    <a:pt x="2065295" y="1673146"/>
                  </a:cubicBezTo>
                  <a:lnTo>
                    <a:pt x="1649785" y="1673146"/>
                  </a:lnTo>
                  <a:lnTo>
                    <a:pt x="1649785" y="2307299"/>
                  </a:lnTo>
                  <a:cubicBezTo>
                    <a:pt x="1829404" y="2299517"/>
                    <a:pt x="2004315" y="2261965"/>
                    <a:pt x="2168848" y="2199110"/>
                  </a:cubicBezTo>
                  <a:close/>
                  <a:moveTo>
                    <a:pt x="2422394" y="446879"/>
                  </a:moveTo>
                  <a:cubicBezTo>
                    <a:pt x="2204309" y="287209"/>
                    <a:pt x="1938140" y="189883"/>
                    <a:pt x="1649785" y="178919"/>
                  </a:cubicBezTo>
                  <a:lnTo>
                    <a:pt x="1649785" y="689876"/>
                  </a:lnTo>
                  <a:cubicBezTo>
                    <a:pt x="1846998" y="695154"/>
                    <a:pt x="2039668" y="732502"/>
                    <a:pt x="2221721" y="797410"/>
                  </a:cubicBezTo>
                  <a:cubicBezTo>
                    <a:pt x="2275056" y="675360"/>
                    <a:pt x="2341760" y="557662"/>
                    <a:pt x="2422394" y="446879"/>
                  </a:cubicBezTo>
                  <a:close/>
                  <a:moveTo>
                    <a:pt x="2447278" y="2722123"/>
                  </a:moveTo>
                  <a:cubicBezTo>
                    <a:pt x="2366121" y="2618714"/>
                    <a:pt x="2299534" y="2507403"/>
                    <a:pt x="2246145" y="2391362"/>
                  </a:cubicBezTo>
                  <a:cubicBezTo>
                    <a:pt x="2057375" y="2464119"/>
                    <a:pt x="1856285" y="2506958"/>
                    <a:pt x="1649785" y="2514779"/>
                  </a:cubicBezTo>
                  <a:lnTo>
                    <a:pt x="1649785" y="3008639"/>
                  </a:lnTo>
                  <a:cubicBezTo>
                    <a:pt x="1949198" y="2997255"/>
                    <a:pt x="2224691" y="2892757"/>
                    <a:pt x="2447278" y="2722123"/>
                  </a:cubicBezTo>
                  <a:close/>
                  <a:moveTo>
                    <a:pt x="2878934" y="1493146"/>
                  </a:moveTo>
                  <a:cubicBezTo>
                    <a:pt x="2723190" y="1307255"/>
                    <a:pt x="2529440" y="1161128"/>
                    <a:pt x="2313862" y="1060620"/>
                  </a:cubicBezTo>
                  <a:cubicBezTo>
                    <a:pt x="2270535" y="1201714"/>
                    <a:pt x="2245604" y="1347104"/>
                    <a:pt x="2240109" y="1493146"/>
                  </a:cubicBezTo>
                  <a:close/>
                  <a:moveTo>
                    <a:pt x="2890636" y="1673146"/>
                  </a:moveTo>
                  <a:lnTo>
                    <a:pt x="2241814" y="1673146"/>
                  </a:lnTo>
                  <a:cubicBezTo>
                    <a:pt x="2249736" y="1827102"/>
                    <a:pt x="2279520" y="1979973"/>
                    <a:pt x="2329964" y="2127513"/>
                  </a:cubicBezTo>
                  <a:cubicBezTo>
                    <a:pt x="2545677" y="2019923"/>
                    <a:pt x="2738160" y="1866413"/>
                    <a:pt x="2890636" y="1673146"/>
                  </a:cubicBezTo>
                  <a:close/>
                  <a:moveTo>
                    <a:pt x="2973035" y="1284386"/>
                  </a:moveTo>
                  <a:cubicBezTo>
                    <a:pt x="2912066" y="1001840"/>
                    <a:pt x="2765308" y="751379"/>
                    <a:pt x="2561381" y="561108"/>
                  </a:cubicBezTo>
                  <a:cubicBezTo>
                    <a:pt x="2489321" y="656437"/>
                    <a:pt x="2431363" y="759225"/>
                    <a:pt x="2384553" y="865647"/>
                  </a:cubicBezTo>
                  <a:cubicBezTo>
                    <a:pt x="2604520" y="964977"/>
                    <a:pt x="2804622" y="1106677"/>
                    <a:pt x="2973035" y="1284386"/>
                  </a:cubicBezTo>
                  <a:close/>
                  <a:moveTo>
                    <a:pt x="2974277" y="1897328"/>
                  </a:moveTo>
                  <a:cubicBezTo>
                    <a:pt x="2812488" y="2073933"/>
                    <a:pt x="2619878" y="2216690"/>
                    <a:pt x="2407486" y="2319665"/>
                  </a:cubicBezTo>
                  <a:cubicBezTo>
                    <a:pt x="2454169" y="2420503"/>
                    <a:pt x="2511856" y="2517376"/>
                    <a:pt x="2582047" y="2607468"/>
                  </a:cubicBezTo>
                  <a:cubicBezTo>
                    <a:pt x="2776399" y="2417974"/>
                    <a:pt x="2916061" y="2172750"/>
                    <a:pt x="2974277" y="1897328"/>
                  </a:cubicBezTo>
                  <a:close/>
                  <a:moveTo>
                    <a:pt x="3185463" y="1593779"/>
                  </a:moveTo>
                  <a:cubicBezTo>
                    <a:pt x="3185463" y="2473999"/>
                    <a:pt x="2471904" y="3187558"/>
                    <a:pt x="1591684" y="3187558"/>
                  </a:cubicBezTo>
                  <a:cubicBezTo>
                    <a:pt x="738111" y="3187558"/>
                    <a:pt x="41261" y="2516549"/>
                    <a:pt x="1913" y="1673146"/>
                  </a:cubicBezTo>
                  <a:lnTo>
                    <a:pt x="0" y="1673146"/>
                  </a:lnTo>
                  <a:lnTo>
                    <a:pt x="0" y="1493146"/>
                  </a:lnTo>
                  <a:lnTo>
                    <a:pt x="2750" y="1493146"/>
                  </a:lnTo>
                  <a:cubicBezTo>
                    <a:pt x="50490" y="700174"/>
                    <a:pt x="679654" y="64473"/>
                    <a:pt x="1469785" y="6156"/>
                  </a:cubicBezTo>
                  <a:lnTo>
                    <a:pt x="1469785" y="0"/>
                  </a:lnTo>
                  <a:lnTo>
                    <a:pt x="1591684" y="0"/>
                  </a:lnTo>
                  <a:lnTo>
                    <a:pt x="1649785" y="0"/>
                  </a:lnTo>
                  <a:lnTo>
                    <a:pt x="1649785" y="2934"/>
                  </a:lnTo>
                  <a:cubicBezTo>
                    <a:pt x="2503127" y="31654"/>
                    <a:pt x="3185463" y="733032"/>
                    <a:pt x="3185463" y="1593779"/>
                  </a:cubicBezTo>
                  <a:close/>
                </a:path>
              </a:pathLst>
            </a:cu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sp>
        <p:nvSpPr>
          <p:cNvPr id="151" name="Rectangle 150">
            <a:extLst>
              <a:ext uri="{FF2B5EF4-FFF2-40B4-BE49-F238E27FC236}">
                <a16:creationId xmlns:a16="http://schemas.microsoft.com/office/drawing/2014/main" id="{94369C93-6AA5-89B6-63A8-1621ACD395EE}"/>
              </a:ext>
            </a:extLst>
          </p:cNvPr>
          <p:cNvSpPr/>
          <p:nvPr/>
        </p:nvSpPr>
        <p:spPr>
          <a:xfrm>
            <a:off x="97895" y="9390316"/>
            <a:ext cx="2162599" cy="125880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171450" indent="-171450">
              <a:lnSpc>
                <a:spcPct val="107000"/>
              </a:lnSpc>
              <a:spcBef>
                <a:spcPts val="317"/>
              </a:spcBef>
              <a:spcAft>
                <a:spcPts val="722"/>
              </a:spcAft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Football</a:t>
            </a:r>
          </a:p>
          <a:p>
            <a:pPr marL="171450" indent="-171450">
              <a:lnSpc>
                <a:spcPct val="107000"/>
              </a:lnSpc>
              <a:spcBef>
                <a:spcPts val="317"/>
              </a:spcBef>
              <a:spcAft>
                <a:spcPts val="722"/>
              </a:spcAft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Natation</a:t>
            </a:r>
          </a:p>
          <a:p>
            <a:pPr marL="171450" indent="-171450">
              <a:lnSpc>
                <a:spcPct val="107000"/>
              </a:lnSpc>
              <a:spcBef>
                <a:spcPts val="317"/>
              </a:spcBef>
              <a:spcAft>
                <a:spcPts val="722"/>
              </a:spcAft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Lecture</a:t>
            </a:r>
          </a:p>
          <a:p>
            <a:pPr marL="171450" indent="-171450">
              <a:lnSpc>
                <a:spcPct val="107000"/>
              </a:lnSpc>
              <a:spcBef>
                <a:spcPts val="317"/>
              </a:spcBef>
              <a:spcAft>
                <a:spcPts val="722"/>
              </a:spcAft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Théâtre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6E53F0-3972-B38A-CC98-01CF528654ED}"/>
              </a:ext>
            </a:extLst>
          </p:cNvPr>
          <p:cNvGrpSpPr/>
          <p:nvPr/>
        </p:nvGrpSpPr>
        <p:grpSpPr>
          <a:xfrm>
            <a:off x="67284" y="8862507"/>
            <a:ext cx="2389576" cy="406983"/>
            <a:chOff x="67284" y="8862507"/>
            <a:chExt cx="2389576" cy="406983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8EE6716B-443F-3C1A-9DE7-6E597272553E}"/>
                </a:ext>
              </a:extLst>
            </p:cNvPr>
            <p:cNvGrpSpPr/>
            <p:nvPr/>
          </p:nvGrpSpPr>
          <p:grpSpPr>
            <a:xfrm>
              <a:off x="67284" y="8862507"/>
              <a:ext cx="2389576" cy="406983"/>
              <a:chOff x="73374" y="4820800"/>
              <a:chExt cx="2389576" cy="406983"/>
            </a:xfrm>
          </p:grpSpPr>
          <p:sp>
            <p:nvSpPr>
              <p:cNvPr id="155" name="Rectangle: Rounded Corners 154">
                <a:extLst>
                  <a:ext uri="{FF2B5EF4-FFF2-40B4-BE49-F238E27FC236}">
                    <a16:creationId xmlns:a16="http://schemas.microsoft.com/office/drawing/2014/main" id="{C79C2B86-89E5-9A8F-A324-657FEDDB17DA}"/>
                  </a:ext>
                </a:extLst>
              </p:cNvPr>
              <p:cNvSpPr/>
              <p:nvPr/>
            </p:nvSpPr>
            <p:spPr>
              <a:xfrm>
                <a:off x="355822" y="4880510"/>
                <a:ext cx="2107128" cy="294082"/>
              </a:xfrm>
              <a:prstGeom prst="roundRect">
                <a:avLst/>
              </a:prstGeom>
              <a:noFill/>
              <a:ln>
                <a:solidFill>
                  <a:srgbClr val="FFFFFF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87313"/>
                <a:r>
                  <a:rPr lang="fr-FR" sz="1600" b="1" dirty="0">
                    <a:solidFill>
                      <a:srgbClr val="FFFFFF"/>
                    </a:solidFill>
                    <a:effectLst/>
                    <a:ea typeface="Open Sans" panose="020B0606030504020204" pitchFamily="34" charset="0"/>
                    <a:cs typeface="Open Sans" panose="020B0606030504020204" pitchFamily="34" charset="0"/>
                  </a:rPr>
                  <a:t>CENTRES D’INTERET</a:t>
                </a:r>
                <a:endParaRPr lang="fr-FR" sz="1600" dirty="0">
                  <a:effectLst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812CF26C-42F4-A9E6-1582-303CA5A280C0}"/>
                  </a:ext>
                </a:extLst>
              </p:cNvPr>
              <p:cNvSpPr/>
              <p:nvPr/>
            </p:nvSpPr>
            <p:spPr>
              <a:xfrm>
                <a:off x="73374" y="4820800"/>
                <a:ext cx="406800" cy="40698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BB4DFDA2-35F0-9F2B-C1AC-5C23FF394694}"/>
                </a:ext>
              </a:extLst>
            </p:cNvPr>
            <p:cNvSpPr/>
            <p:nvPr/>
          </p:nvSpPr>
          <p:spPr>
            <a:xfrm>
              <a:off x="187909" y="8990758"/>
              <a:ext cx="146766" cy="150480"/>
            </a:xfrm>
            <a:custGeom>
              <a:avLst/>
              <a:gdLst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19300 w 2305050"/>
                <a:gd name="connsiteY2" fmla="*/ 428625 h 2352675"/>
                <a:gd name="connsiteX3" fmla="*/ 2266950 w 2305050"/>
                <a:gd name="connsiteY3" fmla="*/ 657225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47675 w 2305050"/>
                <a:gd name="connsiteY15" fmla="*/ 2276475 h 2352675"/>
                <a:gd name="connsiteX16" fmla="*/ 238125 w 2305050"/>
                <a:gd name="connsiteY16" fmla="*/ 2171700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19300 w 2305050"/>
                <a:gd name="connsiteY2" fmla="*/ 428625 h 2352675"/>
                <a:gd name="connsiteX3" fmla="*/ 2266950 w 2305050"/>
                <a:gd name="connsiteY3" fmla="*/ 657225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47675 w 2305050"/>
                <a:gd name="connsiteY15" fmla="*/ 2276475 h 2352675"/>
                <a:gd name="connsiteX16" fmla="*/ 260071 w 2305050"/>
                <a:gd name="connsiteY16" fmla="*/ 2087575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19300 w 2305050"/>
                <a:gd name="connsiteY2" fmla="*/ 428625 h 2352675"/>
                <a:gd name="connsiteX3" fmla="*/ 2266950 w 2305050"/>
                <a:gd name="connsiteY3" fmla="*/ 657225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47675 w 2305050"/>
                <a:gd name="connsiteY15" fmla="*/ 2276475 h 2352675"/>
                <a:gd name="connsiteX16" fmla="*/ 296647 w 2305050"/>
                <a:gd name="connsiteY16" fmla="*/ 2094890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19300 w 2305050"/>
                <a:gd name="connsiteY2" fmla="*/ 428625 h 2352675"/>
                <a:gd name="connsiteX3" fmla="*/ 2266950 w 2305050"/>
                <a:gd name="connsiteY3" fmla="*/ 657225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47675 w 2305050"/>
                <a:gd name="connsiteY15" fmla="*/ 227647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19300 w 2305050"/>
                <a:gd name="connsiteY2" fmla="*/ 428625 h 2352675"/>
                <a:gd name="connsiteX3" fmla="*/ 2266950 w 2305050"/>
                <a:gd name="connsiteY3" fmla="*/ 657225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19300 w 2305050"/>
                <a:gd name="connsiteY2" fmla="*/ 428625 h 2352675"/>
                <a:gd name="connsiteX3" fmla="*/ 2292554 w 2305050"/>
                <a:gd name="connsiteY3" fmla="*/ 627964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81480 w 2305050"/>
                <a:gd name="connsiteY2" fmla="*/ 476174 h 2352675"/>
                <a:gd name="connsiteX3" fmla="*/ 2292554 w 2305050"/>
                <a:gd name="connsiteY3" fmla="*/ 627964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04671 w 2305050"/>
                <a:gd name="connsiteY2" fmla="*/ 468859 h 2352675"/>
                <a:gd name="connsiteX3" fmla="*/ 2292554 w 2305050"/>
                <a:gd name="connsiteY3" fmla="*/ 627964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1960779 w 2305050"/>
                <a:gd name="connsiteY2" fmla="*/ 472517 h 2352675"/>
                <a:gd name="connsiteX3" fmla="*/ 2292554 w 2305050"/>
                <a:gd name="connsiteY3" fmla="*/ 627964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1960779 w 2305050"/>
                <a:gd name="connsiteY2" fmla="*/ 472517 h 2352675"/>
                <a:gd name="connsiteX3" fmla="*/ 2270609 w 2305050"/>
                <a:gd name="connsiteY3" fmla="*/ 649910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1960779 w 2305050"/>
                <a:gd name="connsiteY2" fmla="*/ 472517 h 2352675"/>
                <a:gd name="connsiteX3" fmla="*/ 2296212 w 2305050"/>
                <a:gd name="connsiteY3" fmla="*/ 646252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1982725 w 2305050"/>
                <a:gd name="connsiteY2" fmla="*/ 494463 h 2352675"/>
                <a:gd name="connsiteX3" fmla="*/ 2296212 w 2305050"/>
                <a:gd name="connsiteY3" fmla="*/ 646252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41246 w 2305050"/>
                <a:gd name="connsiteY2" fmla="*/ 498120 h 2352675"/>
                <a:gd name="connsiteX3" fmla="*/ 2296212 w 2305050"/>
                <a:gd name="connsiteY3" fmla="*/ 646252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41246 w 2305050"/>
                <a:gd name="connsiteY2" fmla="*/ 498120 h 2352675"/>
                <a:gd name="connsiteX3" fmla="*/ 2296212 w 2305050"/>
                <a:gd name="connsiteY3" fmla="*/ 646252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0217 w 2305050"/>
                <a:gd name="connsiteY17" fmla="*/ 750951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41246 w 2305050"/>
                <a:gd name="connsiteY2" fmla="*/ 498120 h 2352675"/>
                <a:gd name="connsiteX3" fmla="*/ 2296212 w 2305050"/>
                <a:gd name="connsiteY3" fmla="*/ 646252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0217 w 2305050"/>
                <a:gd name="connsiteY17" fmla="*/ 750951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41246 w 2305050"/>
                <a:gd name="connsiteY2" fmla="*/ 498120 h 2352675"/>
                <a:gd name="connsiteX3" fmla="*/ 2296212 w 2305050"/>
                <a:gd name="connsiteY3" fmla="*/ 646252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0217 w 2305050"/>
                <a:gd name="connsiteY17" fmla="*/ 750951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41246 w 2305050"/>
                <a:gd name="connsiteY2" fmla="*/ 498120 h 2352675"/>
                <a:gd name="connsiteX3" fmla="*/ 2296212 w 2305050"/>
                <a:gd name="connsiteY3" fmla="*/ 646252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0217 w 2305050"/>
                <a:gd name="connsiteY17" fmla="*/ 750951 h 2352675"/>
                <a:gd name="connsiteX18" fmla="*/ 0 w 2305050"/>
                <a:gd name="connsiteY18" fmla="*/ 0 h 2352675"/>
                <a:gd name="connsiteX0" fmla="*/ 0 w 2294077"/>
                <a:gd name="connsiteY0" fmla="*/ 0 h 2363647"/>
                <a:gd name="connsiteX1" fmla="*/ 760552 w 2294077"/>
                <a:gd name="connsiteY1" fmla="*/ 572947 h 2363647"/>
                <a:gd name="connsiteX2" fmla="*/ 2030273 w 2294077"/>
                <a:gd name="connsiteY2" fmla="*/ 509092 h 2363647"/>
                <a:gd name="connsiteX3" fmla="*/ 2285239 w 2294077"/>
                <a:gd name="connsiteY3" fmla="*/ 657224 h 2363647"/>
                <a:gd name="connsiteX4" fmla="*/ 1132027 w 2294077"/>
                <a:gd name="connsiteY4" fmla="*/ 1020622 h 2363647"/>
                <a:gd name="connsiteX5" fmla="*/ 1617802 w 2294077"/>
                <a:gd name="connsiteY5" fmla="*/ 1544497 h 2363647"/>
                <a:gd name="connsiteX6" fmla="*/ 2065477 w 2294077"/>
                <a:gd name="connsiteY6" fmla="*/ 1544497 h 2363647"/>
                <a:gd name="connsiteX7" fmla="*/ 2294077 w 2294077"/>
                <a:gd name="connsiteY7" fmla="*/ 1734997 h 2363647"/>
                <a:gd name="connsiteX8" fmla="*/ 1827352 w 2294077"/>
                <a:gd name="connsiteY8" fmla="*/ 1868347 h 2363647"/>
                <a:gd name="connsiteX9" fmla="*/ 1998802 w 2294077"/>
                <a:gd name="connsiteY9" fmla="*/ 2115997 h 2363647"/>
                <a:gd name="connsiteX10" fmla="*/ 1722577 w 2294077"/>
                <a:gd name="connsiteY10" fmla="*/ 1982647 h 2363647"/>
                <a:gd name="connsiteX11" fmla="*/ 1532077 w 2294077"/>
                <a:gd name="connsiteY11" fmla="*/ 2363647 h 2363647"/>
                <a:gd name="connsiteX12" fmla="*/ 1303477 w 2294077"/>
                <a:gd name="connsiteY12" fmla="*/ 2144572 h 2363647"/>
                <a:gd name="connsiteX13" fmla="*/ 1436827 w 2294077"/>
                <a:gd name="connsiteY13" fmla="*/ 1782622 h 2363647"/>
                <a:gd name="connsiteX14" fmla="*/ 912952 w 2294077"/>
                <a:gd name="connsiteY14" fmla="*/ 1201597 h 2363647"/>
                <a:gd name="connsiteX15" fmla="*/ 403784 w 2294077"/>
                <a:gd name="connsiteY15" fmla="*/ 2316707 h 2363647"/>
                <a:gd name="connsiteX16" fmla="*/ 282017 w 2294077"/>
                <a:gd name="connsiteY16" fmla="*/ 2047340 h 2363647"/>
                <a:gd name="connsiteX17" fmla="*/ 509244 w 2294077"/>
                <a:gd name="connsiteY17" fmla="*/ 761923 h 2363647"/>
                <a:gd name="connsiteX18" fmla="*/ 0 w 2294077"/>
                <a:gd name="connsiteY18" fmla="*/ 0 h 2363647"/>
                <a:gd name="connsiteX0" fmla="*/ 6569 w 2300646"/>
                <a:gd name="connsiteY0" fmla="*/ 0 h 2363647"/>
                <a:gd name="connsiteX1" fmla="*/ 767121 w 2300646"/>
                <a:gd name="connsiteY1" fmla="*/ 572947 h 2363647"/>
                <a:gd name="connsiteX2" fmla="*/ 2036842 w 2300646"/>
                <a:gd name="connsiteY2" fmla="*/ 509092 h 2363647"/>
                <a:gd name="connsiteX3" fmla="*/ 2291808 w 2300646"/>
                <a:gd name="connsiteY3" fmla="*/ 657224 h 2363647"/>
                <a:gd name="connsiteX4" fmla="*/ 1138596 w 2300646"/>
                <a:gd name="connsiteY4" fmla="*/ 1020622 h 2363647"/>
                <a:gd name="connsiteX5" fmla="*/ 1624371 w 2300646"/>
                <a:gd name="connsiteY5" fmla="*/ 1544497 h 2363647"/>
                <a:gd name="connsiteX6" fmla="*/ 2072046 w 2300646"/>
                <a:gd name="connsiteY6" fmla="*/ 1544497 h 2363647"/>
                <a:gd name="connsiteX7" fmla="*/ 2300646 w 2300646"/>
                <a:gd name="connsiteY7" fmla="*/ 1734997 h 2363647"/>
                <a:gd name="connsiteX8" fmla="*/ 1833921 w 2300646"/>
                <a:gd name="connsiteY8" fmla="*/ 1868347 h 2363647"/>
                <a:gd name="connsiteX9" fmla="*/ 2005371 w 2300646"/>
                <a:gd name="connsiteY9" fmla="*/ 2115997 h 2363647"/>
                <a:gd name="connsiteX10" fmla="*/ 1729146 w 2300646"/>
                <a:gd name="connsiteY10" fmla="*/ 1982647 h 2363647"/>
                <a:gd name="connsiteX11" fmla="*/ 1538646 w 2300646"/>
                <a:gd name="connsiteY11" fmla="*/ 2363647 h 2363647"/>
                <a:gd name="connsiteX12" fmla="*/ 1310046 w 2300646"/>
                <a:gd name="connsiteY12" fmla="*/ 2144572 h 2363647"/>
                <a:gd name="connsiteX13" fmla="*/ 1443396 w 2300646"/>
                <a:gd name="connsiteY13" fmla="*/ 1782622 h 2363647"/>
                <a:gd name="connsiteX14" fmla="*/ 919521 w 2300646"/>
                <a:gd name="connsiteY14" fmla="*/ 1201597 h 2363647"/>
                <a:gd name="connsiteX15" fmla="*/ 410353 w 2300646"/>
                <a:gd name="connsiteY15" fmla="*/ 2316707 h 2363647"/>
                <a:gd name="connsiteX16" fmla="*/ 288586 w 2300646"/>
                <a:gd name="connsiteY16" fmla="*/ 2047340 h 2363647"/>
                <a:gd name="connsiteX17" fmla="*/ 515813 w 2300646"/>
                <a:gd name="connsiteY17" fmla="*/ 761923 h 2363647"/>
                <a:gd name="connsiteX18" fmla="*/ 6569 w 2300646"/>
                <a:gd name="connsiteY18" fmla="*/ 0 h 2363647"/>
                <a:gd name="connsiteX0" fmla="*/ 6569 w 2300646"/>
                <a:gd name="connsiteY0" fmla="*/ 5505 h 2369152"/>
                <a:gd name="connsiteX1" fmla="*/ 767121 w 2300646"/>
                <a:gd name="connsiteY1" fmla="*/ 578452 h 2369152"/>
                <a:gd name="connsiteX2" fmla="*/ 2036842 w 2300646"/>
                <a:gd name="connsiteY2" fmla="*/ 514597 h 2369152"/>
                <a:gd name="connsiteX3" fmla="*/ 2291808 w 2300646"/>
                <a:gd name="connsiteY3" fmla="*/ 662729 h 2369152"/>
                <a:gd name="connsiteX4" fmla="*/ 1138596 w 2300646"/>
                <a:gd name="connsiteY4" fmla="*/ 1026127 h 2369152"/>
                <a:gd name="connsiteX5" fmla="*/ 1624371 w 2300646"/>
                <a:gd name="connsiteY5" fmla="*/ 1550002 h 2369152"/>
                <a:gd name="connsiteX6" fmla="*/ 2072046 w 2300646"/>
                <a:gd name="connsiteY6" fmla="*/ 1550002 h 2369152"/>
                <a:gd name="connsiteX7" fmla="*/ 2300646 w 2300646"/>
                <a:gd name="connsiteY7" fmla="*/ 1740502 h 2369152"/>
                <a:gd name="connsiteX8" fmla="*/ 1833921 w 2300646"/>
                <a:gd name="connsiteY8" fmla="*/ 1873852 h 2369152"/>
                <a:gd name="connsiteX9" fmla="*/ 2005371 w 2300646"/>
                <a:gd name="connsiteY9" fmla="*/ 2121502 h 2369152"/>
                <a:gd name="connsiteX10" fmla="*/ 1729146 w 2300646"/>
                <a:gd name="connsiteY10" fmla="*/ 1988152 h 2369152"/>
                <a:gd name="connsiteX11" fmla="*/ 1538646 w 2300646"/>
                <a:gd name="connsiteY11" fmla="*/ 2369152 h 2369152"/>
                <a:gd name="connsiteX12" fmla="*/ 1310046 w 2300646"/>
                <a:gd name="connsiteY12" fmla="*/ 2150077 h 2369152"/>
                <a:gd name="connsiteX13" fmla="*/ 1443396 w 2300646"/>
                <a:gd name="connsiteY13" fmla="*/ 1788127 h 2369152"/>
                <a:gd name="connsiteX14" fmla="*/ 919521 w 2300646"/>
                <a:gd name="connsiteY14" fmla="*/ 1207102 h 2369152"/>
                <a:gd name="connsiteX15" fmla="*/ 410353 w 2300646"/>
                <a:gd name="connsiteY15" fmla="*/ 2322212 h 2369152"/>
                <a:gd name="connsiteX16" fmla="*/ 288586 w 2300646"/>
                <a:gd name="connsiteY16" fmla="*/ 2052845 h 2369152"/>
                <a:gd name="connsiteX17" fmla="*/ 515813 w 2300646"/>
                <a:gd name="connsiteY17" fmla="*/ 767428 h 2369152"/>
                <a:gd name="connsiteX18" fmla="*/ 6569 w 2300646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43194 w 2305244"/>
                <a:gd name="connsiteY4" fmla="*/ 1026127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47994 w 2305244"/>
                <a:gd name="connsiteY13" fmla="*/ 1788127 h 2369152"/>
                <a:gd name="connsiteX14" fmla="*/ 924119 w 2305244"/>
                <a:gd name="connsiteY14" fmla="*/ 1207102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43194 w 2305244"/>
                <a:gd name="connsiteY4" fmla="*/ 1026127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47994 w 2305244"/>
                <a:gd name="connsiteY13" fmla="*/ 1788127 h 2369152"/>
                <a:gd name="connsiteX14" fmla="*/ 909489 w 2305244"/>
                <a:gd name="connsiteY14" fmla="*/ 1185156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06618 w 2305244"/>
                <a:gd name="connsiteY4" fmla="*/ 1004182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47994 w 2305244"/>
                <a:gd name="connsiteY13" fmla="*/ 1788127 h 2369152"/>
                <a:gd name="connsiteX14" fmla="*/ 909489 w 2305244"/>
                <a:gd name="connsiteY14" fmla="*/ 1185156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06618 w 2305244"/>
                <a:gd name="connsiteY4" fmla="*/ 1004182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47994 w 2305244"/>
                <a:gd name="connsiteY13" fmla="*/ 1788127 h 2369152"/>
                <a:gd name="connsiteX14" fmla="*/ 898516 w 2305244"/>
                <a:gd name="connsiteY14" fmla="*/ 1196129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24906 w 2305244"/>
                <a:gd name="connsiteY4" fmla="*/ 1004182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47994 w 2305244"/>
                <a:gd name="connsiteY13" fmla="*/ 1788127 h 2369152"/>
                <a:gd name="connsiteX14" fmla="*/ 898516 w 2305244"/>
                <a:gd name="connsiteY14" fmla="*/ 1196129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24906 w 2305244"/>
                <a:gd name="connsiteY4" fmla="*/ 1004182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47994 w 2305244"/>
                <a:gd name="connsiteY13" fmla="*/ 1788127 h 2369152"/>
                <a:gd name="connsiteX14" fmla="*/ 909489 w 2305244"/>
                <a:gd name="connsiteY14" fmla="*/ 1225390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24906 w 2305244"/>
                <a:gd name="connsiteY4" fmla="*/ 1004182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73597 w 2305244"/>
                <a:gd name="connsiteY13" fmla="*/ 1788127 h 2369152"/>
                <a:gd name="connsiteX14" fmla="*/ 909489 w 2305244"/>
                <a:gd name="connsiteY14" fmla="*/ 1225390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24906 w 2305244"/>
                <a:gd name="connsiteY4" fmla="*/ 1004182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513830 w 2305244"/>
                <a:gd name="connsiteY13" fmla="*/ 1784469 h 2369152"/>
                <a:gd name="connsiteX14" fmla="*/ 909489 w 2305244"/>
                <a:gd name="connsiteY14" fmla="*/ 1225390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24906 w 2305244"/>
                <a:gd name="connsiteY4" fmla="*/ 1004182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95542 w 2305244"/>
                <a:gd name="connsiteY13" fmla="*/ 1788127 h 2369152"/>
                <a:gd name="connsiteX14" fmla="*/ 909489 w 2305244"/>
                <a:gd name="connsiteY14" fmla="*/ 1225390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24906 w 2305244"/>
                <a:gd name="connsiteY4" fmla="*/ 1004182 h 2369152"/>
                <a:gd name="connsiteX5" fmla="*/ 1650914 w 2305244"/>
                <a:gd name="connsiteY5" fmla="*/ 1597551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95542 w 2305244"/>
                <a:gd name="connsiteY13" fmla="*/ 1788127 h 2369152"/>
                <a:gd name="connsiteX14" fmla="*/ 909489 w 2305244"/>
                <a:gd name="connsiteY14" fmla="*/ 1225390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24906 w 2305244"/>
                <a:gd name="connsiteY4" fmla="*/ 1004182 h 2369152"/>
                <a:gd name="connsiteX5" fmla="*/ 1676517 w 2305244"/>
                <a:gd name="connsiteY5" fmla="*/ 1608523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95542 w 2305244"/>
                <a:gd name="connsiteY13" fmla="*/ 1788127 h 2369152"/>
                <a:gd name="connsiteX14" fmla="*/ 909489 w 2305244"/>
                <a:gd name="connsiteY14" fmla="*/ 1225390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24906 w 2305244"/>
                <a:gd name="connsiteY4" fmla="*/ 1004182 h 2369152"/>
                <a:gd name="connsiteX5" fmla="*/ 1676517 w 2305244"/>
                <a:gd name="connsiteY5" fmla="*/ 1608523 h 2369152"/>
                <a:gd name="connsiteX6" fmla="*/ 2032752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95542 w 2305244"/>
                <a:gd name="connsiteY13" fmla="*/ 1788127 h 2369152"/>
                <a:gd name="connsiteX14" fmla="*/ 909489 w 2305244"/>
                <a:gd name="connsiteY14" fmla="*/ 1225390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2305244 w 2305244"/>
                <a:gd name="connsiteY0" fmla="*/ 1740502 h 2369152"/>
                <a:gd name="connsiteX1" fmla="*/ 1838519 w 2305244"/>
                <a:gd name="connsiteY1" fmla="*/ 1873852 h 2369152"/>
                <a:gd name="connsiteX2" fmla="*/ 2009969 w 2305244"/>
                <a:gd name="connsiteY2" fmla="*/ 2121502 h 2369152"/>
                <a:gd name="connsiteX3" fmla="*/ 1733744 w 2305244"/>
                <a:gd name="connsiteY3" fmla="*/ 1988152 h 2369152"/>
                <a:gd name="connsiteX4" fmla="*/ 1543244 w 2305244"/>
                <a:gd name="connsiteY4" fmla="*/ 2369152 h 2369152"/>
                <a:gd name="connsiteX5" fmla="*/ 1314644 w 2305244"/>
                <a:gd name="connsiteY5" fmla="*/ 2150077 h 2369152"/>
                <a:gd name="connsiteX6" fmla="*/ 1495542 w 2305244"/>
                <a:gd name="connsiteY6" fmla="*/ 1788127 h 2369152"/>
                <a:gd name="connsiteX7" fmla="*/ 909489 w 2305244"/>
                <a:gd name="connsiteY7" fmla="*/ 1225390 h 2369152"/>
                <a:gd name="connsiteX8" fmla="*/ 414951 w 2305244"/>
                <a:gd name="connsiteY8" fmla="*/ 2322212 h 2369152"/>
                <a:gd name="connsiteX9" fmla="*/ 293184 w 2305244"/>
                <a:gd name="connsiteY9" fmla="*/ 2052845 h 2369152"/>
                <a:gd name="connsiteX10" fmla="*/ 520411 w 2305244"/>
                <a:gd name="connsiteY10" fmla="*/ 767428 h 2369152"/>
                <a:gd name="connsiteX11" fmla="*/ 11167 w 2305244"/>
                <a:gd name="connsiteY11" fmla="*/ 5505 h 2369152"/>
                <a:gd name="connsiteX12" fmla="*/ 771719 w 2305244"/>
                <a:gd name="connsiteY12" fmla="*/ 578452 h 2369152"/>
                <a:gd name="connsiteX13" fmla="*/ 2041440 w 2305244"/>
                <a:gd name="connsiteY13" fmla="*/ 514597 h 2369152"/>
                <a:gd name="connsiteX14" fmla="*/ 2296406 w 2305244"/>
                <a:gd name="connsiteY14" fmla="*/ 662729 h 2369152"/>
                <a:gd name="connsiteX15" fmla="*/ 1124906 w 2305244"/>
                <a:gd name="connsiteY15" fmla="*/ 1004182 h 2369152"/>
                <a:gd name="connsiteX16" fmla="*/ 1676517 w 2305244"/>
                <a:gd name="connsiteY16" fmla="*/ 1608523 h 2369152"/>
                <a:gd name="connsiteX17" fmla="*/ 2124192 w 2305244"/>
                <a:gd name="connsiteY17" fmla="*/ 1641442 h 2369152"/>
                <a:gd name="connsiteX0" fmla="*/ 2305244 w 2305244"/>
                <a:gd name="connsiteY0" fmla="*/ 1740502 h 2369152"/>
                <a:gd name="connsiteX1" fmla="*/ 1838519 w 2305244"/>
                <a:gd name="connsiteY1" fmla="*/ 1873852 h 2369152"/>
                <a:gd name="connsiteX2" fmla="*/ 2009969 w 2305244"/>
                <a:gd name="connsiteY2" fmla="*/ 2121502 h 2369152"/>
                <a:gd name="connsiteX3" fmla="*/ 1733744 w 2305244"/>
                <a:gd name="connsiteY3" fmla="*/ 1988152 h 2369152"/>
                <a:gd name="connsiteX4" fmla="*/ 1543244 w 2305244"/>
                <a:gd name="connsiteY4" fmla="*/ 2369152 h 2369152"/>
                <a:gd name="connsiteX5" fmla="*/ 1314644 w 2305244"/>
                <a:gd name="connsiteY5" fmla="*/ 2150077 h 2369152"/>
                <a:gd name="connsiteX6" fmla="*/ 1495542 w 2305244"/>
                <a:gd name="connsiteY6" fmla="*/ 1788127 h 2369152"/>
                <a:gd name="connsiteX7" fmla="*/ 909489 w 2305244"/>
                <a:gd name="connsiteY7" fmla="*/ 1225390 h 2369152"/>
                <a:gd name="connsiteX8" fmla="*/ 414951 w 2305244"/>
                <a:gd name="connsiteY8" fmla="*/ 2322212 h 2369152"/>
                <a:gd name="connsiteX9" fmla="*/ 293184 w 2305244"/>
                <a:gd name="connsiteY9" fmla="*/ 2052845 h 2369152"/>
                <a:gd name="connsiteX10" fmla="*/ 520411 w 2305244"/>
                <a:gd name="connsiteY10" fmla="*/ 767428 h 2369152"/>
                <a:gd name="connsiteX11" fmla="*/ 11167 w 2305244"/>
                <a:gd name="connsiteY11" fmla="*/ 5505 h 2369152"/>
                <a:gd name="connsiteX12" fmla="*/ 771719 w 2305244"/>
                <a:gd name="connsiteY12" fmla="*/ 578452 h 2369152"/>
                <a:gd name="connsiteX13" fmla="*/ 2041440 w 2305244"/>
                <a:gd name="connsiteY13" fmla="*/ 514597 h 2369152"/>
                <a:gd name="connsiteX14" fmla="*/ 2296406 w 2305244"/>
                <a:gd name="connsiteY14" fmla="*/ 662729 h 2369152"/>
                <a:gd name="connsiteX15" fmla="*/ 1124906 w 2305244"/>
                <a:gd name="connsiteY15" fmla="*/ 1004182 h 2369152"/>
                <a:gd name="connsiteX16" fmla="*/ 1676517 w 2305244"/>
                <a:gd name="connsiteY16" fmla="*/ 1608523 h 2369152"/>
                <a:gd name="connsiteX17" fmla="*/ 2102246 w 2305244"/>
                <a:gd name="connsiteY17" fmla="*/ 1579262 h 2369152"/>
                <a:gd name="connsiteX0" fmla="*/ 2275983 w 2296406"/>
                <a:gd name="connsiteY0" fmla="*/ 1747817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14644 w 2296406"/>
                <a:gd name="connsiteY5" fmla="*/ 2150077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102246 w 2296406"/>
                <a:gd name="connsiteY17" fmla="*/ 1579262 h 2369152"/>
                <a:gd name="connsiteX0" fmla="*/ 2290614 w 2296406"/>
                <a:gd name="connsiteY0" fmla="*/ 1777078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14644 w 2296406"/>
                <a:gd name="connsiteY5" fmla="*/ 2150077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102246 w 2296406"/>
                <a:gd name="connsiteY17" fmla="*/ 1579262 h 2369152"/>
                <a:gd name="connsiteX0" fmla="*/ 2290614 w 2296406"/>
                <a:gd name="connsiteY0" fmla="*/ 1740502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14644 w 2296406"/>
                <a:gd name="connsiteY5" fmla="*/ 2150077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102246 w 2296406"/>
                <a:gd name="connsiteY17" fmla="*/ 1579262 h 2369152"/>
                <a:gd name="connsiteX0" fmla="*/ 2290614 w 2296406"/>
                <a:gd name="connsiteY0" fmla="*/ 1740502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14644 w 2296406"/>
                <a:gd name="connsiteY5" fmla="*/ 2150077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062012 w 2296406"/>
                <a:gd name="connsiteY17" fmla="*/ 1560974 h 2369152"/>
                <a:gd name="connsiteX0" fmla="*/ 2257695 w 2296406"/>
                <a:gd name="connsiteY0" fmla="*/ 1755133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14644 w 2296406"/>
                <a:gd name="connsiteY5" fmla="*/ 2150077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062012 w 2296406"/>
                <a:gd name="connsiteY17" fmla="*/ 1560974 h 2369152"/>
                <a:gd name="connsiteX0" fmla="*/ 2279640 w 2296406"/>
                <a:gd name="connsiteY0" fmla="*/ 1747818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14644 w 2296406"/>
                <a:gd name="connsiteY5" fmla="*/ 2150077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062012 w 2296406"/>
                <a:gd name="connsiteY17" fmla="*/ 1560974 h 2369152"/>
                <a:gd name="connsiteX0" fmla="*/ 2279640 w 2296406"/>
                <a:gd name="connsiteY0" fmla="*/ 1747818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14644 w 2296406"/>
                <a:gd name="connsiteY5" fmla="*/ 2150077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094931 w 2296406"/>
                <a:gd name="connsiteY17" fmla="*/ 1557316 h 2369152"/>
                <a:gd name="connsiteX0" fmla="*/ 2279640 w 2296406"/>
                <a:gd name="connsiteY0" fmla="*/ 1747818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91454 w 2296406"/>
                <a:gd name="connsiteY5" fmla="*/ 2150077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094931 w 2296406"/>
                <a:gd name="connsiteY17" fmla="*/ 1557316 h 2369152"/>
                <a:gd name="connsiteX0" fmla="*/ 2279640 w 2296406"/>
                <a:gd name="connsiteY0" fmla="*/ 1747818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80482 w 2296406"/>
                <a:gd name="connsiteY5" fmla="*/ 2120816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094931 w 2296406"/>
                <a:gd name="connsiteY17" fmla="*/ 1557316 h 2369152"/>
                <a:gd name="connsiteX0" fmla="*/ 2279640 w 2296406"/>
                <a:gd name="connsiteY0" fmla="*/ 1747818 h 2354521"/>
                <a:gd name="connsiteX1" fmla="*/ 1838519 w 2296406"/>
                <a:gd name="connsiteY1" fmla="*/ 1873852 h 2354521"/>
                <a:gd name="connsiteX2" fmla="*/ 2009969 w 2296406"/>
                <a:gd name="connsiteY2" fmla="*/ 2121502 h 2354521"/>
                <a:gd name="connsiteX3" fmla="*/ 1733744 w 2296406"/>
                <a:gd name="connsiteY3" fmla="*/ 1988152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38519 w 2296406"/>
                <a:gd name="connsiteY1" fmla="*/ 1873852 h 2354521"/>
                <a:gd name="connsiteX2" fmla="*/ 2009969 w 2296406"/>
                <a:gd name="connsiteY2" fmla="*/ 2121502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16574 w 2296406"/>
                <a:gd name="connsiteY1" fmla="*/ 1851907 h 2354521"/>
                <a:gd name="connsiteX2" fmla="*/ 2009969 w 2296406"/>
                <a:gd name="connsiteY2" fmla="*/ 2121502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16574 w 2296406"/>
                <a:gd name="connsiteY1" fmla="*/ 1851907 h 2354521"/>
                <a:gd name="connsiteX2" fmla="*/ 1991681 w 2296406"/>
                <a:gd name="connsiteY2" fmla="*/ 2136133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16574 w 2296406"/>
                <a:gd name="connsiteY1" fmla="*/ 1851907 h 2354521"/>
                <a:gd name="connsiteX2" fmla="*/ 2042887 w 2296406"/>
                <a:gd name="connsiteY2" fmla="*/ 2194655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16574 w 2296406"/>
                <a:gd name="connsiteY1" fmla="*/ 1851907 h 2354521"/>
                <a:gd name="connsiteX2" fmla="*/ 1955104 w 2296406"/>
                <a:gd name="connsiteY2" fmla="*/ 2095900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16574 w 2296406"/>
                <a:gd name="connsiteY1" fmla="*/ 1851907 h 2354521"/>
                <a:gd name="connsiteX2" fmla="*/ 1955104 w 2296406"/>
                <a:gd name="connsiteY2" fmla="*/ 2095900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16574 w 2296406"/>
                <a:gd name="connsiteY1" fmla="*/ 1851907 h 2354521"/>
                <a:gd name="connsiteX2" fmla="*/ 1955104 w 2296406"/>
                <a:gd name="connsiteY2" fmla="*/ 2095900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23889 w 2296406"/>
                <a:gd name="connsiteY1" fmla="*/ 1837277 h 2354521"/>
                <a:gd name="connsiteX2" fmla="*/ 1955104 w 2296406"/>
                <a:gd name="connsiteY2" fmla="*/ 2095900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27546 w 2296406"/>
                <a:gd name="connsiteY1" fmla="*/ 1826304 h 2354521"/>
                <a:gd name="connsiteX2" fmla="*/ 1955104 w 2296406"/>
                <a:gd name="connsiteY2" fmla="*/ 2095900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296406" h="2354521">
                  <a:moveTo>
                    <a:pt x="2279640" y="1747818"/>
                  </a:moveTo>
                  <a:lnTo>
                    <a:pt x="1827546" y="1826304"/>
                  </a:lnTo>
                  <a:cubicBezTo>
                    <a:pt x="1873723" y="1907635"/>
                    <a:pt x="1985737" y="2047488"/>
                    <a:pt x="1955104" y="2095900"/>
                  </a:cubicBezTo>
                  <a:cubicBezTo>
                    <a:pt x="1897166" y="2139232"/>
                    <a:pt x="1773393" y="2006999"/>
                    <a:pt x="1682537" y="1962549"/>
                  </a:cubicBezTo>
                  <a:lnTo>
                    <a:pt x="1528613" y="2354521"/>
                  </a:lnTo>
                  <a:lnTo>
                    <a:pt x="1380482" y="2120816"/>
                  </a:lnTo>
                  <a:lnTo>
                    <a:pt x="1495542" y="1788127"/>
                  </a:lnTo>
                  <a:lnTo>
                    <a:pt x="909489" y="1225390"/>
                  </a:lnTo>
                  <a:lnTo>
                    <a:pt x="414951" y="2322212"/>
                  </a:lnTo>
                  <a:lnTo>
                    <a:pt x="293184" y="2052845"/>
                  </a:lnTo>
                  <a:lnTo>
                    <a:pt x="520411" y="767428"/>
                  </a:lnTo>
                  <a:cubicBezTo>
                    <a:pt x="325060" y="542715"/>
                    <a:pt x="-71458" y="102202"/>
                    <a:pt x="11167" y="5505"/>
                  </a:cubicBezTo>
                  <a:cubicBezTo>
                    <a:pt x="111065" y="-52229"/>
                    <a:pt x="554777" y="358209"/>
                    <a:pt x="771719" y="578452"/>
                  </a:cubicBezTo>
                  <a:lnTo>
                    <a:pt x="2041440" y="514597"/>
                  </a:lnTo>
                  <a:lnTo>
                    <a:pt x="2296406" y="662729"/>
                  </a:lnTo>
                  <a:lnTo>
                    <a:pt x="1124906" y="1004182"/>
                  </a:lnTo>
                  <a:lnTo>
                    <a:pt x="1676517" y="1608523"/>
                  </a:lnTo>
                  <a:cubicBezTo>
                    <a:pt x="1795262" y="1589016"/>
                    <a:pt x="2094931" y="1557316"/>
                    <a:pt x="2094931" y="1557316"/>
                  </a:cubicBezTo>
                </a:path>
              </a:pathLst>
            </a:cu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</p:spTree>
    <p:extLst>
      <p:ext uri="{BB962C8B-B14F-4D97-AF65-F5344CB8AC3E}">
        <p14:creationId xmlns:p14="http://schemas.microsoft.com/office/powerpoint/2010/main" val="306674489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298</Words>
  <Application>Microsoft Office PowerPoint</Application>
  <PresentationFormat>Custom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Lato</vt:lpstr>
      <vt:lpstr>montserrat</vt:lpstr>
      <vt:lpstr>Wingdings</vt:lpstr>
      <vt:lpstr>Thème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Cvexemple.com © Tous droits réservés</dc:title>
  <dc:creator>YOUSSEF BAHLA</dc:creator>
  <cp:keywords>Cvexemple.com © Tous droits réservés</cp:keywords>
  <cp:lastModifiedBy>YUSF</cp:lastModifiedBy>
  <cp:revision>118</cp:revision>
  <dcterms:created xsi:type="dcterms:W3CDTF">2015-07-03T12:55:42Z</dcterms:created>
  <dcterms:modified xsi:type="dcterms:W3CDTF">2022-07-08T12:58:38Z</dcterms:modified>
  <cp:category>Cvexemple.com © Tous droits réservés</cp:category>
</cp:coreProperties>
</file>