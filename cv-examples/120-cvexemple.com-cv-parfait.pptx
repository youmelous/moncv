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7562850" cy="10688638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22D"/>
    <a:srgbClr val="1C7DC1"/>
    <a:srgbClr val="ACCD26"/>
    <a:srgbClr val="03933C"/>
    <a:srgbClr val="30322A"/>
    <a:srgbClr val="32352C"/>
    <a:srgbClr val="D52A57"/>
    <a:srgbClr val="E1DFE2"/>
    <a:srgbClr val="FFFFFF"/>
    <a:srgbClr val="2F32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50" autoAdjust="0"/>
  </p:normalViewPr>
  <p:slideViewPr>
    <p:cSldViewPr snapToGrid="0" snapToObjects="1">
      <p:cViewPr>
        <p:scale>
          <a:sx n="82" d="100"/>
          <a:sy n="82" d="100"/>
        </p:scale>
        <p:origin x="1156" y="-1736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M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3257FDE7-A55C-446B-9FBD-8656BEA34D04}" type="datetimeFigureOut">
              <a:rPr lang="ar-MA" smtClean="0"/>
              <a:t>27-06-1442</a:t>
            </a:fld>
            <a:endParaRPr lang="ar-M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M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A1F687E-6D4A-4091-90F5-5D862D7CD006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34265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>
                <a:solidFill>
                  <a:srgbClr val="909090"/>
                </a:solidFill>
                <a:effectLst/>
                <a:latin typeface="Lato"/>
              </a:rPr>
              <a:t>Cvexemple.com - Tous droits réservés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F687E-6D4A-4091-90F5-5D862D7CD006}" type="slidenum">
              <a:rPr lang="ar-MA" smtClean="0"/>
              <a:t>1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75218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6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7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9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12493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90577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1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44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535084" y="668040"/>
            <a:ext cx="1407530" cy="142144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12493" y="668040"/>
            <a:ext cx="4096544" cy="14214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5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t>09/02/2021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4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Oval 147">
            <a:extLst>
              <a:ext uri="{FF2B5EF4-FFF2-40B4-BE49-F238E27FC236}">
                <a16:creationId xmlns:a16="http://schemas.microsoft.com/office/drawing/2014/main" id="{291F32E5-2A17-4E29-8277-B65F235274FD}"/>
              </a:ext>
            </a:extLst>
          </p:cNvPr>
          <p:cNvSpPr/>
          <p:nvPr/>
        </p:nvSpPr>
        <p:spPr>
          <a:xfrm>
            <a:off x="4778664" y="77934"/>
            <a:ext cx="474978" cy="474978"/>
          </a:xfrm>
          <a:prstGeom prst="ellipse">
            <a:avLst/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BCF03-CC81-43C1-99CF-9E73A3EF5A4D}"/>
              </a:ext>
            </a:extLst>
          </p:cNvPr>
          <p:cNvSpPr/>
          <p:nvPr/>
        </p:nvSpPr>
        <p:spPr>
          <a:xfrm>
            <a:off x="-49478" y="0"/>
            <a:ext cx="2534642" cy="10688638"/>
          </a:xfrm>
          <a:prstGeom prst="rect">
            <a:avLst/>
          </a:prstGeom>
          <a:solidFill>
            <a:srgbClr val="1A22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>
              <a:latin typeface="+mj-l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063DA70-6A01-4276-83B5-93EB1512A4D0}"/>
              </a:ext>
            </a:extLst>
          </p:cNvPr>
          <p:cNvPicPr/>
          <p:nvPr/>
        </p:nvPicPr>
        <p:blipFill rotWithShape="1">
          <a:blip r:embed="rId3"/>
          <a:srcRect t="4826" b="4826"/>
          <a:stretch/>
        </p:blipFill>
        <p:spPr bwMode="auto">
          <a:xfrm>
            <a:off x="305500" y="244781"/>
            <a:ext cx="1892721" cy="1892721"/>
          </a:xfrm>
          <a:prstGeom prst="ellipse">
            <a:avLst/>
          </a:prstGeom>
          <a:solidFill>
            <a:srgbClr val="F8FDF7"/>
          </a:solidFill>
          <a:ln w="50800" cap="flat" cmpd="sng" algn="ctr">
            <a:solidFill>
              <a:srgbClr val="1C7DC1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840036F-C0D4-4781-809B-D81050D1E2DB}"/>
              </a:ext>
            </a:extLst>
          </p:cNvPr>
          <p:cNvSpPr/>
          <p:nvPr/>
        </p:nvSpPr>
        <p:spPr>
          <a:xfrm>
            <a:off x="2492002" y="644328"/>
            <a:ext cx="5070848" cy="2448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rgbClr val="1A222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EXPERIENCES PROFESSIONNELLES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7A6D182D-2390-4CE5-9A5C-70B7EEEED17C}"/>
              </a:ext>
            </a:extLst>
          </p:cNvPr>
          <p:cNvSpPr/>
          <p:nvPr/>
        </p:nvSpPr>
        <p:spPr>
          <a:xfrm>
            <a:off x="2492002" y="5242236"/>
            <a:ext cx="5070848" cy="2448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1A222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FORMATIONS</a:t>
            </a:r>
            <a:endParaRPr lang="fr-FR" sz="1600" b="1" dirty="0">
              <a:solidFill>
                <a:srgbClr val="1A222D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1" name="Shape">
            <a:extLst>
              <a:ext uri="{FF2B5EF4-FFF2-40B4-BE49-F238E27FC236}">
                <a16:creationId xmlns:a16="http://schemas.microsoft.com/office/drawing/2014/main" id="{14EF0532-0EBC-41E0-8867-FE7A8753D6D6}"/>
              </a:ext>
            </a:extLst>
          </p:cNvPr>
          <p:cNvSpPr/>
          <p:nvPr/>
        </p:nvSpPr>
        <p:spPr>
          <a:xfrm>
            <a:off x="4868499" y="177967"/>
            <a:ext cx="295938" cy="253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16" y="11740"/>
                </a:moveTo>
                <a:cubicBezTo>
                  <a:pt x="11932" y="11740"/>
                  <a:pt x="11932" y="11740"/>
                  <a:pt x="11932" y="11740"/>
                </a:cubicBezTo>
                <a:cubicBezTo>
                  <a:pt x="11932" y="13976"/>
                  <a:pt x="11932" y="13976"/>
                  <a:pt x="11932" y="13976"/>
                </a:cubicBezTo>
                <a:cubicBezTo>
                  <a:pt x="21600" y="13976"/>
                  <a:pt x="21600" y="13976"/>
                  <a:pt x="21600" y="13976"/>
                </a:cubicBezTo>
                <a:cubicBezTo>
                  <a:pt x="21600" y="13976"/>
                  <a:pt x="21600" y="8538"/>
                  <a:pt x="21208" y="6760"/>
                </a:cubicBezTo>
                <a:cubicBezTo>
                  <a:pt x="21208" y="4930"/>
                  <a:pt x="20816" y="4066"/>
                  <a:pt x="19292" y="4066"/>
                </a:cubicBezTo>
                <a:cubicBezTo>
                  <a:pt x="15808" y="4066"/>
                  <a:pt x="15808" y="4066"/>
                  <a:pt x="15808" y="4066"/>
                </a:cubicBezTo>
                <a:cubicBezTo>
                  <a:pt x="15024" y="2694"/>
                  <a:pt x="14676" y="1372"/>
                  <a:pt x="14676" y="1372"/>
                </a:cubicBezTo>
                <a:cubicBezTo>
                  <a:pt x="14284" y="457"/>
                  <a:pt x="13892" y="0"/>
                  <a:pt x="13065" y="0"/>
                </a:cubicBezTo>
                <a:cubicBezTo>
                  <a:pt x="8448" y="0"/>
                  <a:pt x="8448" y="0"/>
                  <a:pt x="8448" y="0"/>
                </a:cubicBezTo>
                <a:cubicBezTo>
                  <a:pt x="7708" y="0"/>
                  <a:pt x="7316" y="457"/>
                  <a:pt x="7316" y="1372"/>
                </a:cubicBezTo>
                <a:cubicBezTo>
                  <a:pt x="6924" y="1372"/>
                  <a:pt x="6532" y="2694"/>
                  <a:pt x="5792" y="4066"/>
                </a:cubicBezTo>
                <a:cubicBezTo>
                  <a:pt x="2308" y="4066"/>
                  <a:pt x="2308" y="4066"/>
                  <a:pt x="2308" y="4066"/>
                </a:cubicBezTo>
                <a:cubicBezTo>
                  <a:pt x="740" y="4066"/>
                  <a:pt x="392" y="4930"/>
                  <a:pt x="392" y="6760"/>
                </a:cubicBezTo>
                <a:cubicBezTo>
                  <a:pt x="0" y="8538"/>
                  <a:pt x="0" y="13976"/>
                  <a:pt x="0" y="13976"/>
                </a:cubicBezTo>
                <a:cubicBezTo>
                  <a:pt x="10016" y="13976"/>
                  <a:pt x="10016" y="13976"/>
                  <a:pt x="10016" y="13976"/>
                </a:cubicBezTo>
                <a:lnTo>
                  <a:pt x="10016" y="11740"/>
                </a:lnTo>
                <a:close/>
                <a:moveTo>
                  <a:pt x="8100" y="2694"/>
                </a:moveTo>
                <a:cubicBezTo>
                  <a:pt x="8448" y="2236"/>
                  <a:pt x="8448" y="1830"/>
                  <a:pt x="9232" y="1830"/>
                </a:cubicBezTo>
                <a:cubicBezTo>
                  <a:pt x="12368" y="1830"/>
                  <a:pt x="12368" y="1830"/>
                  <a:pt x="12368" y="1830"/>
                </a:cubicBezTo>
                <a:cubicBezTo>
                  <a:pt x="13065" y="1830"/>
                  <a:pt x="13065" y="2236"/>
                  <a:pt x="13456" y="2694"/>
                </a:cubicBezTo>
                <a:cubicBezTo>
                  <a:pt x="13456" y="2694"/>
                  <a:pt x="13892" y="3608"/>
                  <a:pt x="13892" y="4066"/>
                </a:cubicBezTo>
                <a:cubicBezTo>
                  <a:pt x="7708" y="4066"/>
                  <a:pt x="7708" y="4066"/>
                  <a:pt x="7708" y="4066"/>
                </a:cubicBezTo>
                <a:cubicBezTo>
                  <a:pt x="8100" y="3608"/>
                  <a:pt x="8100" y="2694"/>
                  <a:pt x="8100" y="2694"/>
                </a:cubicBezTo>
                <a:close/>
                <a:moveTo>
                  <a:pt x="11932" y="18042"/>
                </a:moveTo>
                <a:cubicBezTo>
                  <a:pt x="10016" y="18042"/>
                  <a:pt x="10016" y="18042"/>
                  <a:pt x="10016" y="18042"/>
                </a:cubicBezTo>
                <a:cubicBezTo>
                  <a:pt x="10016" y="15349"/>
                  <a:pt x="10016" y="15349"/>
                  <a:pt x="10016" y="15349"/>
                </a:cubicBezTo>
                <a:cubicBezTo>
                  <a:pt x="392" y="15349"/>
                  <a:pt x="392" y="15349"/>
                  <a:pt x="392" y="15349"/>
                </a:cubicBezTo>
                <a:cubicBezTo>
                  <a:pt x="392" y="15349"/>
                  <a:pt x="740" y="17585"/>
                  <a:pt x="740" y="19364"/>
                </a:cubicBezTo>
                <a:cubicBezTo>
                  <a:pt x="740" y="20279"/>
                  <a:pt x="1132" y="21600"/>
                  <a:pt x="2700" y="21600"/>
                </a:cubicBezTo>
                <a:cubicBezTo>
                  <a:pt x="18900" y="21600"/>
                  <a:pt x="18900" y="21600"/>
                  <a:pt x="18900" y="21600"/>
                </a:cubicBezTo>
                <a:cubicBezTo>
                  <a:pt x="20424" y="21600"/>
                  <a:pt x="20816" y="20279"/>
                  <a:pt x="20816" y="19364"/>
                </a:cubicBezTo>
                <a:cubicBezTo>
                  <a:pt x="20816" y="17585"/>
                  <a:pt x="21208" y="15349"/>
                  <a:pt x="21208" y="15349"/>
                </a:cubicBezTo>
                <a:cubicBezTo>
                  <a:pt x="11932" y="15349"/>
                  <a:pt x="11932" y="15349"/>
                  <a:pt x="11932" y="15349"/>
                </a:cubicBezTo>
                <a:lnTo>
                  <a:pt x="11932" y="1804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ct val="80000"/>
              </a:lnSpc>
              <a:defRPr sz="7000" spc="14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5" name="Text Box 5">
            <a:extLst>
              <a:ext uri="{FF2B5EF4-FFF2-40B4-BE49-F238E27FC236}">
                <a16:creationId xmlns:a16="http://schemas.microsoft.com/office/drawing/2014/main" id="{DFD0F380-7118-4156-9413-6A2CBEB04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2" y="3190616"/>
            <a:ext cx="23129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fr-FR" sz="1200" dirty="0">
                <a:solidFill>
                  <a:schemeClr val="bg1"/>
                </a:solidFill>
                <a:latin typeface="Calibri"/>
                <a:cs typeface="Calibri"/>
              </a:rPr>
              <a:t>Décrivez en quelques lignes votre parcours professionnel, vos compétences clés pour le poste et vos objectifs de carrière. Ceci est en fait une introduction à votre lettre de motivation. Décrivez en quelques lignes votre parcours professionnel, vos compétences clés pour le poste et vos objectifs de carrière. 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C160382-D9C0-4EC1-86FF-07709A4F3CAE}"/>
              </a:ext>
            </a:extLst>
          </p:cNvPr>
          <p:cNvSpPr/>
          <p:nvPr/>
        </p:nvSpPr>
        <p:spPr>
          <a:xfrm>
            <a:off x="-41649" y="2826967"/>
            <a:ext cx="2533650" cy="323616"/>
          </a:xfrm>
          <a:prstGeom prst="rect">
            <a:avLst/>
          </a:prstGeom>
          <a:solidFill>
            <a:schemeClr val="bg1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b="1" dirty="0">
                <a:solidFill>
                  <a:schemeClr val="bg1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Titre du poste</a:t>
            </a:r>
            <a:endParaRPr lang="fr-FR" sz="1200" dirty="0">
              <a:solidFill>
                <a:schemeClr val="bg1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A27DB374-3D83-4714-A170-51506DE0C249}"/>
              </a:ext>
            </a:extLst>
          </p:cNvPr>
          <p:cNvSpPr/>
          <p:nvPr/>
        </p:nvSpPr>
        <p:spPr>
          <a:xfrm>
            <a:off x="1039628" y="5186135"/>
            <a:ext cx="294864" cy="294864"/>
          </a:xfrm>
          <a:prstGeom prst="ellipse">
            <a:avLst/>
          </a:prstGeom>
          <a:solidFill>
            <a:srgbClr val="1C7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0909E812-E0CD-440F-A868-D6AA79FA6A2E}"/>
              </a:ext>
            </a:extLst>
          </p:cNvPr>
          <p:cNvSpPr/>
          <p:nvPr/>
        </p:nvSpPr>
        <p:spPr>
          <a:xfrm>
            <a:off x="1039628" y="5823101"/>
            <a:ext cx="294864" cy="294864"/>
          </a:xfrm>
          <a:prstGeom prst="ellipse">
            <a:avLst/>
          </a:prstGeom>
          <a:solidFill>
            <a:srgbClr val="1C7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0C98590A-2B2D-4674-9876-6F65E51EFE73}"/>
              </a:ext>
            </a:extLst>
          </p:cNvPr>
          <p:cNvSpPr/>
          <p:nvPr/>
        </p:nvSpPr>
        <p:spPr>
          <a:xfrm>
            <a:off x="1036974" y="6393861"/>
            <a:ext cx="294864" cy="294864"/>
          </a:xfrm>
          <a:prstGeom prst="ellipse">
            <a:avLst/>
          </a:prstGeom>
          <a:solidFill>
            <a:srgbClr val="1C7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244C69C-06A2-48B2-846E-7DCD9C700F3D}"/>
              </a:ext>
            </a:extLst>
          </p:cNvPr>
          <p:cNvSpPr/>
          <p:nvPr/>
        </p:nvSpPr>
        <p:spPr>
          <a:xfrm>
            <a:off x="380291" y="6708988"/>
            <a:ext cx="1623060" cy="1731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rtl="1">
              <a:lnSpc>
                <a:spcPct val="107000"/>
              </a:lnSpc>
              <a:spcBef>
                <a:spcPts val="500"/>
              </a:spcBef>
              <a:spcAft>
                <a:spcPts val="1000"/>
              </a:spcAft>
            </a:pPr>
            <a:r>
              <a:rPr lang="fr-MA" sz="110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Ville, Pays</a:t>
            </a:r>
            <a:endParaRPr lang="fr-FR" sz="1100" dirty="0">
              <a:solidFill>
                <a:schemeClr val="bg1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AB4B6F5-61E3-46F4-92FF-466F36A5027B}"/>
              </a:ext>
            </a:extLst>
          </p:cNvPr>
          <p:cNvSpPr/>
          <p:nvPr/>
        </p:nvSpPr>
        <p:spPr>
          <a:xfrm>
            <a:off x="380076" y="5523877"/>
            <a:ext cx="1623060" cy="183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r>
              <a:rPr lang="en-US" sz="110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Telephone</a:t>
            </a:r>
            <a:endParaRPr lang="fr-FR" sz="1100" dirty="0">
              <a:solidFill>
                <a:schemeClr val="bg1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D9893EA-8D80-4A1B-954F-C32D29406D44}"/>
              </a:ext>
            </a:extLst>
          </p:cNvPr>
          <p:cNvSpPr/>
          <p:nvPr/>
        </p:nvSpPr>
        <p:spPr>
          <a:xfrm>
            <a:off x="373364" y="6140043"/>
            <a:ext cx="1623695" cy="18325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r>
              <a:rPr lang="en-US" sz="110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info@cvexemple.com</a:t>
            </a:r>
            <a:endParaRPr lang="fr-FR" sz="1100" dirty="0">
              <a:solidFill>
                <a:schemeClr val="bg1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شكل حر 78">
            <a:extLst>
              <a:ext uri="{FF2B5EF4-FFF2-40B4-BE49-F238E27FC236}">
                <a16:creationId xmlns:a16="http://schemas.microsoft.com/office/drawing/2014/main" id="{46A00B00-AD8F-42AC-8E51-51C9838D1E20}"/>
              </a:ext>
            </a:extLst>
          </p:cNvPr>
          <p:cNvSpPr>
            <a:spLocks noChangeAspect="1"/>
          </p:cNvSpPr>
          <p:nvPr/>
        </p:nvSpPr>
        <p:spPr>
          <a:xfrm>
            <a:off x="1117809" y="6450394"/>
            <a:ext cx="128270" cy="194310"/>
          </a:xfrm>
          <a:custGeom>
            <a:avLst/>
            <a:gdLst>
              <a:gd name="connsiteX0" fmla="*/ 1316986 w 2647950"/>
              <a:gd name="connsiteY0" fmla="*/ 704850 h 3976070"/>
              <a:gd name="connsiteX1" fmla="*/ 776597 w 2647950"/>
              <a:gd name="connsiteY1" fmla="*/ 1245239 h 3976070"/>
              <a:gd name="connsiteX2" fmla="*/ 1316986 w 2647950"/>
              <a:gd name="connsiteY2" fmla="*/ 1785628 h 3976070"/>
              <a:gd name="connsiteX3" fmla="*/ 1857375 w 2647950"/>
              <a:gd name="connsiteY3" fmla="*/ 1245239 h 3976070"/>
              <a:gd name="connsiteX4" fmla="*/ 1316986 w 2647950"/>
              <a:gd name="connsiteY4" fmla="*/ 704850 h 3976070"/>
              <a:gd name="connsiteX5" fmla="*/ 1323975 w 2647950"/>
              <a:gd name="connsiteY5" fmla="*/ 0 h 3976070"/>
              <a:gd name="connsiteX6" fmla="*/ 2647950 w 2647950"/>
              <a:gd name="connsiteY6" fmla="*/ 1323975 h 3976070"/>
              <a:gd name="connsiteX7" fmla="*/ 2421836 w 2647950"/>
              <a:gd name="connsiteY7" fmla="*/ 2064222 h 3976070"/>
              <a:gd name="connsiteX8" fmla="*/ 2358543 w 2647950"/>
              <a:gd name="connsiteY8" fmla="*/ 2148863 h 3976070"/>
              <a:gd name="connsiteX9" fmla="*/ 1334733 w 2647950"/>
              <a:gd name="connsiteY9" fmla="*/ 3976070 h 3976070"/>
              <a:gd name="connsiteX10" fmla="*/ 273757 w 2647950"/>
              <a:gd name="connsiteY10" fmla="*/ 2127934 h 3976070"/>
              <a:gd name="connsiteX11" fmla="*/ 226114 w 2647950"/>
              <a:gd name="connsiteY11" fmla="*/ 2064222 h 3976070"/>
              <a:gd name="connsiteX12" fmla="*/ 0 w 2647950"/>
              <a:gd name="connsiteY12" fmla="*/ 1323975 h 3976070"/>
              <a:gd name="connsiteX13" fmla="*/ 1323975 w 2647950"/>
              <a:gd name="connsiteY13" fmla="*/ 0 h 3976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47950" h="3976070">
                <a:moveTo>
                  <a:pt x="1316986" y="704850"/>
                </a:moveTo>
                <a:cubicBezTo>
                  <a:pt x="1018537" y="704850"/>
                  <a:pt x="776597" y="946790"/>
                  <a:pt x="776597" y="1245239"/>
                </a:cubicBezTo>
                <a:cubicBezTo>
                  <a:pt x="776597" y="1543688"/>
                  <a:pt x="1018537" y="1785628"/>
                  <a:pt x="1316986" y="1785628"/>
                </a:cubicBezTo>
                <a:cubicBezTo>
                  <a:pt x="1615435" y="1785628"/>
                  <a:pt x="1857375" y="1543688"/>
                  <a:pt x="1857375" y="1245239"/>
                </a:cubicBezTo>
                <a:cubicBezTo>
                  <a:pt x="1857375" y="946790"/>
                  <a:pt x="1615435" y="704850"/>
                  <a:pt x="1316986" y="704850"/>
                </a:cubicBezTo>
                <a:close/>
                <a:moveTo>
                  <a:pt x="1323975" y="0"/>
                </a:moveTo>
                <a:cubicBezTo>
                  <a:pt x="2055186" y="0"/>
                  <a:pt x="2647950" y="592764"/>
                  <a:pt x="2647950" y="1323975"/>
                </a:cubicBezTo>
                <a:cubicBezTo>
                  <a:pt x="2647950" y="1598179"/>
                  <a:pt x="2564593" y="1852914"/>
                  <a:pt x="2421836" y="2064222"/>
                </a:cubicBezTo>
                <a:lnTo>
                  <a:pt x="2358543" y="2148863"/>
                </a:lnTo>
                <a:lnTo>
                  <a:pt x="1334733" y="3976070"/>
                </a:lnTo>
                <a:lnTo>
                  <a:pt x="273757" y="2127934"/>
                </a:lnTo>
                <a:lnTo>
                  <a:pt x="226114" y="2064222"/>
                </a:lnTo>
                <a:cubicBezTo>
                  <a:pt x="83358" y="1852914"/>
                  <a:pt x="0" y="1598179"/>
                  <a:pt x="0" y="1323975"/>
                </a:cubicBezTo>
                <a:cubicBezTo>
                  <a:pt x="0" y="592764"/>
                  <a:pt x="592764" y="0"/>
                  <a:pt x="1323975" y="0"/>
                </a:cubicBezTo>
                <a:close/>
              </a:path>
            </a:pathLst>
          </a:custGeom>
          <a:solidFill>
            <a:schemeClr val="bg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9469" tIns="44734" rIns="89469" bIns="44734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" name="شكل حر 85">
            <a:extLst>
              <a:ext uri="{FF2B5EF4-FFF2-40B4-BE49-F238E27FC236}">
                <a16:creationId xmlns:a16="http://schemas.microsoft.com/office/drawing/2014/main" id="{3129D1F4-3A24-4AE5-B6B4-D9B994B89991}"/>
              </a:ext>
            </a:extLst>
          </p:cNvPr>
          <p:cNvSpPr>
            <a:spLocks noChangeAspect="1"/>
          </p:cNvSpPr>
          <p:nvPr/>
        </p:nvSpPr>
        <p:spPr>
          <a:xfrm>
            <a:off x="1093370" y="5904060"/>
            <a:ext cx="181610" cy="129540"/>
          </a:xfrm>
          <a:custGeom>
            <a:avLst/>
            <a:gdLst>
              <a:gd name="connsiteX0" fmla="*/ 3316236 w 8372474"/>
              <a:gd name="connsiteY0" fmla="*/ 3531540 h 5981701"/>
              <a:gd name="connsiteX1" fmla="*/ 1307076 w 8372474"/>
              <a:gd name="connsiteY1" fmla="*/ 5537782 h 5981701"/>
              <a:gd name="connsiteX2" fmla="*/ 7035211 w 8372474"/>
              <a:gd name="connsiteY2" fmla="*/ 5534939 h 5981701"/>
              <a:gd name="connsiteX3" fmla="*/ 5064612 w 8372474"/>
              <a:gd name="connsiteY3" fmla="*/ 3558654 h 5981701"/>
              <a:gd name="connsiteX4" fmla="*/ 4317667 w 8372474"/>
              <a:gd name="connsiteY4" fmla="*/ 4306522 h 5981701"/>
              <a:gd name="connsiteX5" fmla="*/ 4091217 w 8372474"/>
              <a:gd name="connsiteY5" fmla="*/ 4308903 h 5981701"/>
              <a:gd name="connsiteX6" fmla="*/ 7887285 w 8372474"/>
              <a:gd name="connsiteY6" fmla="*/ 736631 h 5981701"/>
              <a:gd name="connsiteX7" fmla="*/ 5379748 w 8372474"/>
              <a:gd name="connsiteY7" fmla="*/ 3243523 h 5981701"/>
              <a:gd name="connsiteX8" fmla="*/ 7665088 w 8372474"/>
              <a:gd name="connsiteY8" fmla="*/ 5527516 h 5981701"/>
              <a:gd name="connsiteX9" fmla="*/ 7884020 w 8372474"/>
              <a:gd name="connsiteY9" fmla="*/ 5078798 h 5981701"/>
              <a:gd name="connsiteX10" fmla="*/ 7887285 w 8372474"/>
              <a:gd name="connsiteY10" fmla="*/ 736631 h 5981701"/>
              <a:gd name="connsiteX11" fmla="*/ 494711 w 8372474"/>
              <a:gd name="connsiteY11" fmla="*/ 712818 h 5981701"/>
              <a:gd name="connsiteX12" fmla="*/ 497974 w 8372474"/>
              <a:gd name="connsiteY12" fmla="*/ 5054986 h 5981701"/>
              <a:gd name="connsiteX13" fmla="*/ 716862 w 8372474"/>
              <a:gd name="connsiteY13" fmla="*/ 5503704 h 5981701"/>
              <a:gd name="connsiteX14" fmla="*/ 3001739 w 8372474"/>
              <a:gd name="connsiteY14" fmla="*/ 3219711 h 5981701"/>
              <a:gd name="connsiteX15" fmla="*/ 881060 w 8372474"/>
              <a:gd name="connsiteY15" fmla="*/ 472017 h 5981701"/>
              <a:gd name="connsiteX16" fmla="*/ 4067173 w 8372474"/>
              <a:gd name="connsiteY16" fmla="*/ 3655748 h 5981701"/>
              <a:gd name="connsiteX17" fmla="*/ 4212429 w 8372474"/>
              <a:gd name="connsiteY17" fmla="*/ 3729567 h 5981701"/>
              <a:gd name="connsiteX18" fmla="*/ 4348161 w 8372474"/>
              <a:gd name="connsiteY18" fmla="*/ 3641461 h 5981701"/>
              <a:gd name="connsiteX19" fmla="*/ 7519985 w 8372474"/>
              <a:gd name="connsiteY19" fmla="*/ 472017 h 5981701"/>
              <a:gd name="connsiteX20" fmla="*/ 892290 w 8372474"/>
              <a:gd name="connsiteY20" fmla="*/ 0 h 5981701"/>
              <a:gd name="connsiteX21" fmla="*/ 7480184 w 8372474"/>
              <a:gd name="connsiteY21" fmla="*/ 0 h 5981701"/>
              <a:gd name="connsiteX22" fmla="*/ 8372474 w 8372474"/>
              <a:gd name="connsiteY22" fmla="*/ 892290 h 5981701"/>
              <a:gd name="connsiteX23" fmla="*/ 8372474 w 8372474"/>
              <a:gd name="connsiteY23" fmla="*/ 5089411 h 5981701"/>
              <a:gd name="connsiteX24" fmla="*/ 7480184 w 8372474"/>
              <a:gd name="connsiteY24" fmla="*/ 5981701 h 5981701"/>
              <a:gd name="connsiteX25" fmla="*/ 892290 w 8372474"/>
              <a:gd name="connsiteY25" fmla="*/ 5981701 h 5981701"/>
              <a:gd name="connsiteX26" fmla="*/ 0 w 8372474"/>
              <a:gd name="connsiteY26" fmla="*/ 5089411 h 5981701"/>
              <a:gd name="connsiteX27" fmla="*/ 0 w 8372474"/>
              <a:gd name="connsiteY27" fmla="*/ 892290 h 5981701"/>
              <a:gd name="connsiteX28" fmla="*/ 892290 w 8372474"/>
              <a:gd name="connsiteY28" fmla="*/ 0 h 598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372474" h="5981701">
                <a:moveTo>
                  <a:pt x="3316236" y="3531540"/>
                </a:moveTo>
                <a:lnTo>
                  <a:pt x="1307076" y="5537782"/>
                </a:lnTo>
                <a:lnTo>
                  <a:pt x="7035211" y="5534939"/>
                </a:lnTo>
                <a:lnTo>
                  <a:pt x="5064612" y="3558654"/>
                </a:lnTo>
                <a:lnTo>
                  <a:pt x="4317667" y="4306522"/>
                </a:lnTo>
                <a:cubicBezTo>
                  <a:pt x="4246947" y="4383516"/>
                  <a:pt x="4152413" y="4365259"/>
                  <a:pt x="4091217" y="4308903"/>
                </a:cubicBezTo>
                <a:close/>
                <a:moveTo>
                  <a:pt x="7887285" y="736631"/>
                </a:moveTo>
                <a:lnTo>
                  <a:pt x="5379748" y="3243523"/>
                </a:lnTo>
                <a:lnTo>
                  <a:pt x="7665088" y="5527516"/>
                </a:lnTo>
                <a:cubicBezTo>
                  <a:pt x="7783318" y="5489862"/>
                  <a:pt x="7896785" y="5392677"/>
                  <a:pt x="7884020" y="5078798"/>
                </a:cubicBezTo>
                <a:cubicBezTo>
                  <a:pt x="7877170" y="3582196"/>
                  <a:pt x="7894135" y="2233232"/>
                  <a:pt x="7887285" y="736631"/>
                </a:cubicBezTo>
                <a:close/>
                <a:moveTo>
                  <a:pt x="494711" y="712818"/>
                </a:moveTo>
                <a:cubicBezTo>
                  <a:pt x="487861" y="2209420"/>
                  <a:pt x="504824" y="3558384"/>
                  <a:pt x="497974" y="5054986"/>
                </a:cubicBezTo>
                <a:cubicBezTo>
                  <a:pt x="485212" y="5368865"/>
                  <a:pt x="598656" y="5466050"/>
                  <a:pt x="716862" y="5503704"/>
                </a:cubicBezTo>
                <a:lnTo>
                  <a:pt x="3001739" y="3219711"/>
                </a:lnTo>
                <a:close/>
                <a:moveTo>
                  <a:pt x="881060" y="472017"/>
                </a:moveTo>
                <a:lnTo>
                  <a:pt x="4067173" y="3655748"/>
                </a:lnTo>
                <a:cubicBezTo>
                  <a:pt x="4101304" y="3685117"/>
                  <a:pt x="4099716" y="3719248"/>
                  <a:pt x="4212429" y="3729567"/>
                </a:cubicBezTo>
                <a:cubicBezTo>
                  <a:pt x="4298154" y="3712104"/>
                  <a:pt x="4312442" y="3685118"/>
                  <a:pt x="4348161" y="3641461"/>
                </a:cubicBezTo>
                <a:lnTo>
                  <a:pt x="7519985" y="472017"/>
                </a:lnTo>
                <a:close/>
                <a:moveTo>
                  <a:pt x="892290" y="0"/>
                </a:moveTo>
                <a:lnTo>
                  <a:pt x="7480184" y="0"/>
                </a:lnTo>
                <a:cubicBezTo>
                  <a:pt x="7972982" y="0"/>
                  <a:pt x="8372474" y="399492"/>
                  <a:pt x="8372474" y="892290"/>
                </a:cubicBezTo>
                <a:lnTo>
                  <a:pt x="8372474" y="5089411"/>
                </a:lnTo>
                <a:cubicBezTo>
                  <a:pt x="8372474" y="5582209"/>
                  <a:pt x="7972982" y="5981701"/>
                  <a:pt x="7480184" y="5981701"/>
                </a:cubicBezTo>
                <a:lnTo>
                  <a:pt x="892290" y="5981701"/>
                </a:lnTo>
                <a:cubicBezTo>
                  <a:pt x="399492" y="5981701"/>
                  <a:pt x="0" y="5582209"/>
                  <a:pt x="0" y="5089411"/>
                </a:cubicBezTo>
                <a:lnTo>
                  <a:pt x="0" y="892290"/>
                </a:lnTo>
                <a:cubicBezTo>
                  <a:pt x="0" y="399492"/>
                  <a:pt x="399492" y="0"/>
                  <a:pt x="89229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9469" tIns="44734" rIns="89469" bIns="44734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0629C96A-5F5D-4446-963C-6C5652EFF739}"/>
              </a:ext>
            </a:extLst>
          </p:cNvPr>
          <p:cNvSpPr/>
          <p:nvPr/>
        </p:nvSpPr>
        <p:spPr>
          <a:xfrm>
            <a:off x="1092587" y="5236348"/>
            <a:ext cx="194310" cy="194310"/>
          </a:xfrm>
          <a:custGeom>
            <a:avLst/>
            <a:gdLst>
              <a:gd name="connsiteX0" fmla="*/ 67377 w 108660"/>
              <a:gd name="connsiteY0" fmla="*/ 71902 h 115365"/>
              <a:gd name="connsiteX1" fmla="*/ 70853 w 108660"/>
              <a:gd name="connsiteY1" fmla="*/ 73629 h 115365"/>
              <a:gd name="connsiteX2" fmla="*/ 86114 w 108660"/>
              <a:gd name="connsiteY2" fmla="*/ 100034 h 115365"/>
              <a:gd name="connsiteX3" fmla="*/ 84836 w 108660"/>
              <a:gd name="connsiteY3" fmla="*/ 104841 h 115365"/>
              <a:gd name="connsiteX4" fmla="*/ 76774 w 108660"/>
              <a:gd name="connsiteY4" fmla="*/ 109523 h 115365"/>
              <a:gd name="connsiteX5" fmla="*/ 71978 w 108660"/>
              <a:gd name="connsiteY5" fmla="*/ 108243 h 115365"/>
              <a:gd name="connsiteX6" fmla="*/ 56717 w 108660"/>
              <a:gd name="connsiteY6" fmla="*/ 81838 h 115365"/>
              <a:gd name="connsiteX7" fmla="*/ 57995 w 108660"/>
              <a:gd name="connsiteY7" fmla="*/ 77031 h 115365"/>
              <a:gd name="connsiteX8" fmla="*/ 66057 w 108660"/>
              <a:gd name="connsiteY8" fmla="*/ 72349 h 115365"/>
              <a:gd name="connsiteX9" fmla="*/ 67377 w 108660"/>
              <a:gd name="connsiteY9" fmla="*/ 71902 h 115365"/>
              <a:gd name="connsiteX10" fmla="*/ 90660 w 108660"/>
              <a:gd name="connsiteY10" fmla="*/ 11963 h 115365"/>
              <a:gd name="connsiteX11" fmla="*/ 108660 w 108660"/>
              <a:gd name="connsiteY11" fmla="*/ 29963 h 115365"/>
              <a:gd name="connsiteX12" fmla="*/ 90660 w 108660"/>
              <a:gd name="connsiteY12" fmla="*/ 47963 h 115365"/>
              <a:gd name="connsiteX13" fmla="*/ 72660 w 108660"/>
              <a:gd name="connsiteY13" fmla="*/ 29963 h 115365"/>
              <a:gd name="connsiteX14" fmla="*/ 90660 w 108660"/>
              <a:gd name="connsiteY14" fmla="*/ 11963 h 115365"/>
              <a:gd name="connsiteX15" fmla="*/ 12883 w 108660"/>
              <a:gd name="connsiteY15" fmla="*/ 10583 h 115365"/>
              <a:gd name="connsiteX16" fmla="*/ 28856 w 108660"/>
              <a:gd name="connsiteY16" fmla="*/ 38492 h 115365"/>
              <a:gd name="connsiteX17" fmla="*/ 29670 w 108660"/>
              <a:gd name="connsiteY17" fmla="*/ 68633 h 115365"/>
              <a:gd name="connsiteX18" fmla="*/ 54537 w 108660"/>
              <a:gd name="connsiteY18" fmla="*/ 82872 h 115365"/>
              <a:gd name="connsiteX19" fmla="*/ 70535 w 108660"/>
              <a:gd name="connsiteY19" fmla="*/ 110710 h 115365"/>
              <a:gd name="connsiteX20" fmla="*/ 56894 w 108660"/>
              <a:gd name="connsiteY20" fmla="*/ 115365 h 115365"/>
              <a:gd name="connsiteX21" fmla="*/ 45294 w 108660"/>
              <a:gd name="connsiteY21" fmla="*/ 110850 h 115365"/>
              <a:gd name="connsiteX22" fmla="*/ 20 w 108660"/>
              <a:gd name="connsiteY22" fmla="*/ 26785 h 115365"/>
              <a:gd name="connsiteX23" fmla="*/ 3356 w 108660"/>
              <a:gd name="connsiteY23" fmla="*/ 17711 h 115365"/>
              <a:gd name="connsiteX24" fmla="*/ 12883 w 108660"/>
              <a:gd name="connsiteY24" fmla="*/ 10583 h 115365"/>
              <a:gd name="connsiteX25" fmla="*/ 26146 w 108660"/>
              <a:gd name="connsiteY25" fmla="*/ 27 h 115365"/>
              <a:gd name="connsiteX26" fmla="*/ 29622 w 108660"/>
              <a:gd name="connsiteY26" fmla="*/ 1755 h 115365"/>
              <a:gd name="connsiteX27" fmla="*/ 44882 w 108660"/>
              <a:gd name="connsiteY27" fmla="*/ 28160 h 115365"/>
              <a:gd name="connsiteX28" fmla="*/ 43605 w 108660"/>
              <a:gd name="connsiteY28" fmla="*/ 32967 h 115365"/>
              <a:gd name="connsiteX29" fmla="*/ 35542 w 108660"/>
              <a:gd name="connsiteY29" fmla="*/ 37649 h 115365"/>
              <a:gd name="connsiteX30" fmla="*/ 30747 w 108660"/>
              <a:gd name="connsiteY30" fmla="*/ 36368 h 115365"/>
              <a:gd name="connsiteX31" fmla="*/ 15486 w 108660"/>
              <a:gd name="connsiteY31" fmla="*/ 9963 h 115365"/>
              <a:gd name="connsiteX32" fmla="*/ 16764 w 108660"/>
              <a:gd name="connsiteY32" fmla="*/ 5156 h 115365"/>
              <a:gd name="connsiteX33" fmla="*/ 24826 w 108660"/>
              <a:gd name="connsiteY33" fmla="*/ 474 h 115365"/>
              <a:gd name="connsiteX34" fmla="*/ 26146 w 108660"/>
              <a:gd name="connsiteY34" fmla="*/ 27 h 115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8660" h="115365">
                <a:moveTo>
                  <a:pt x="67377" y="71902"/>
                </a:moveTo>
                <a:cubicBezTo>
                  <a:pt x="68734" y="71731"/>
                  <a:pt x="70124" y="72369"/>
                  <a:pt x="70853" y="73629"/>
                </a:cubicBezTo>
                <a:lnTo>
                  <a:pt x="86114" y="100034"/>
                </a:lnTo>
                <a:cubicBezTo>
                  <a:pt x="87085" y="101715"/>
                  <a:pt x="86513" y="103867"/>
                  <a:pt x="84836" y="104841"/>
                </a:cubicBezTo>
                <a:lnTo>
                  <a:pt x="76774" y="109523"/>
                </a:lnTo>
                <a:cubicBezTo>
                  <a:pt x="75097" y="110497"/>
                  <a:pt x="72950" y="109924"/>
                  <a:pt x="71978" y="108243"/>
                </a:cubicBezTo>
                <a:lnTo>
                  <a:pt x="56717" y="81838"/>
                </a:lnTo>
                <a:cubicBezTo>
                  <a:pt x="55746" y="80157"/>
                  <a:pt x="56318" y="78005"/>
                  <a:pt x="57995" y="77031"/>
                </a:cubicBezTo>
                <a:lnTo>
                  <a:pt x="66057" y="72349"/>
                </a:lnTo>
                <a:cubicBezTo>
                  <a:pt x="66477" y="72106"/>
                  <a:pt x="66925" y="71959"/>
                  <a:pt x="67377" y="71902"/>
                </a:cubicBezTo>
                <a:close/>
                <a:moveTo>
                  <a:pt x="90660" y="11963"/>
                </a:moveTo>
                <a:cubicBezTo>
                  <a:pt x="100601" y="11963"/>
                  <a:pt x="108660" y="20022"/>
                  <a:pt x="108660" y="29963"/>
                </a:cubicBezTo>
                <a:cubicBezTo>
                  <a:pt x="108660" y="39904"/>
                  <a:pt x="100601" y="47963"/>
                  <a:pt x="90660" y="47963"/>
                </a:cubicBezTo>
                <a:cubicBezTo>
                  <a:pt x="80719" y="47963"/>
                  <a:pt x="72660" y="39904"/>
                  <a:pt x="72660" y="29963"/>
                </a:cubicBezTo>
                <a:cubicBezTo>
                  <a:pt x="72660" y="20022"/>
                  <a:pt x="80719" y="11963"/>
                  <a:pt x="90660" y="11963"/>
                </a:cubicBezTo>
                <a:close/>
                <a:moveTo>
                  <a:pt x="12883" y="10583"/>
                </a:moveTo>
                <a:lnTo>
                  <a:pt x="28856" y="38492"/>
                </a:lnTo>
                <a:cubicBezTo>
                  <a:pt x="19525" y="44628"/>
                  <a:pt x="25413" y="61107"/>
                  <a:pt x="29670" y="68633"/>
                </a:cubicBezTo>
                <a:cubicBezTo>
                  <a:pt x="34137" y="76158"/>
                  <a:pt x="44638" y="88577"/>
                  <a:pt x="54537" y="82872"/>
                </a:cubicBezTo>
                <a:lnTo>
                  <a:pt x="70535" y="110710"/>
                </a:lnTo>
                <a:cubicBezTo>
                  <a:pt x="62330" y="115705"/>
                  <a:pt x="59819" y="115213"/>
                  <a:pt x="56894" y="115365"/>
                </a:cubicBezTo>
                <a:cubicBezTo>
                  <a:pt x="52780" y="115307"/>
                  <a:pt x="47969" y="112616"/>
                  <a:pt x="45294" y="110850"/>
                </a:cubicBezTo>
                <a:cubicBezTo>
                  <a:pt x="32483" y="102989"/>
                  <a:pt x="-936" y="61099"/>
                  <a:pt x="20" y="26785"/>
                </a:cubicBezTo>
                <a:cubicBezTo>
                  <a:pt x="137" y="22672"/>
                  <a:pt x="1794" y="19675"/>
                  <a:pt x="3356" y="17711"/>
                </a:cubicBezTo>
                <a:cubicBezTo>
                  <a:pt x="5476" y="15116"/>
                  <a:pt x="9518" y="12492"/>
                  <a:pt x="12883" y="10583"/>
                </a:cubicBezTo>
                <a:close/>
                <a:moveTo>
                  <a:pt x="26146" y="27"/>
                </a:moveTo>
                <a:cubicBezTo>
                  <a:pt x="27503" y="-144"/>
                  <a:pt x="28893" y="494"/>
                  <a:pt x="29622" y="1755"/>
                </a:cubicBezTo>
                <a:lnTo>
                  <a:pt x="44882" y="28160"/>
                </a:lnTo>
                <a:cubicBezTo>
                  <a:pt x="45854" y="29841"/>
                  <a:pt x="45282" y="31993"/>
                  <a:pt x="43605" y="32967"/>
                </a:cubicBezTo>
                <a:lnTo>
                  <a:pt x="35542" y="37649"/>
                </a:lnTo>
                <a:cubicBezTo>
                  <a:pt x="33866" y="38622"/>
                  <a:pt x="31719" y="38049"/>
                  <a:pt x="30747" y="36368"/>
                </a:cubicBezTo>
                <a:lnTo>
                  <a:pt x="15486" y="9963"/>
                </a:lnTo>
                <a:cubicBezTo>
                  <a:pt x="14515" y="8282"/>
                  <a:pt x="15087" y="6130"/>
                  <a:pt x="16764" y="5156"/>
                </a:cubicBezTo>
                <a:lnTo>
                  <a:pt x="24826" y="474"/>
                </a:lnTo>
                <a:cubicBezTo>
                  <a:pt x="25245" y="231"/>
                  <a:pt x="25694" y="84"/>
                  <a:pt x="26146" y="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E91C350-5C6D-4247-9E3E-BD3888F2CA84}"/>
              </a:ext>
            </a:extLst>
          </p:cNvPr>
          <p:cNvSpPr/>
          <p:nvPr/>
        </p:nvSpPr>
        <p:spPr>
          <a:xfrm>
            <a:off x="156551" y="2411264"/>
            <a:ext cx="2100254" cy="39517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80000"/>
              </a:lnSpc>
              <a:spcAft>
                <a:spcPts val="0"/>
              </a:spcAft>
            </a:pPr>
            <a:r>
              <a:rPr lang="fr-FR" sz="2400" b="1" dirty="0">
                <a:solidFill>
                  <a:schemeClr val="bg1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NOM </a:t>
            </a:r>
            <a:r>
              <a:rPr lang="fr-FR" sz="2400" b="1" dirty="0">
                <a:solidFill>
                  <a:srgbClr val="1C7DC1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PRÉNOM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42CBDF1-7088-475A-8C54-8278AF8ECBE1}"/>
              </a:ext>
            </a:extLst>
          </p:cNvPr>
          <p:cNvSpPr/>
          <p:nvPr/>
        </p:nvSpPr>
        <p:spPr>
          <a:xfrm>
            <a:off x="2840142" y="1132654"/>
            <a:ext cx="4374098" cy="101656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kern="1200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22D94F0F-FE7F-4AEE-BDBD-FD18C9C702D2}"/>
              </a:ext>
            </a:extLst>
          </p:cNvPr>
          <p:cNvSpPr/>
          <p:nvPr/>
        </p:nvSpPr>
        <p:spPr>
          <a:xfrm>
            <a:off x="4778664" y="4658816"/>
            <a:ext cx="474978" cy="474978"/>
          </a:xfrm>
          <a:prstGeom prst="ellipse">
            <a:avLst/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53" name="Shape">
            <a:extLst>
              <a:ext uri="{FF2B5EF4-FFF2-40B4-BE49-F238E27FC236}">
                <a16:creationId xmlns:a16="http://schemas.microsoft.com/office/drawing/2014/main" id="{452A5641-A1F3-4522-8C8C-534F0B56DD87}"/>
              </a:ext>
            </a:extLst>
          </p:cNvPr>
          <p:cNvSpPr/>
          <p:nvPr/>
        </p:nvSpPr>
        <p:spPr>
          <a:xfrm>
            <a:off x="4851676" y="4754546"/>
            <a:ext cx="324000" cy="257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4" h="21472" extrusionOk="0">
                <a:moveTo>
                  <a:pt x="3386" y="13932"/>
                </a:moveTo>
                <a:cubicBezTo>
                  <a:pt x="4126" y="16483"/>
                  <a:pt x="4518" y="17503"/>
                  <a:pt x="6826" y="18467"/>
                </a:cubicBezTo>
                <a:cubicBezTo>
                  <a:pt x="8742" y="19998"/>
                  <a:pt x="9918" y="21472"/>
                  <a:pt x="10702" y="21472"/>
                </a:cubicBezTo>
                <a:cubicBezTo>
                  <a:pt x="11486" y="21472"/>
                  <a:pt x="12662" y="19998"/>
                  <a:pt x="14578" y="18978"/>
                </a:cubicBezTo>
                <a:cubicBezTo>
                  <a:pt x="16886" y="17503"/>
                  <a:pt x="16102" y="17503"/>
                  <a:pt x="16886" y="14499"/>
                </a:cubicBezTo>
                <a:cubicBezTo>
                  <a:pt x="10702" y="18467"/>
                  <a:pt x="10702" y="18467"/>
                  <a:pt x="10702" y="18467"/>
                </a:cubicBezTo>
                <a:lnTo>
                  <a:pt x="3386" y="13932"/>
                </a:lnTo>
                <a:close/>
                <a:moveTo>
                  <a:pt x="21110" y="6902"/>
                </a:moveTo>
                <a:cubicBezTo>
                  <a:pt x="11834" y="382"/>
                  <a:pt x="11834" y="382"/>
                  <a:pt x="11834" y="382"/>
                </a:cubicBezTo>
                <a:cubicBezTo>
                  <a:pt x="11486" y="-128"/>
                  <a:pt x="10310" y="-128"/>
                  <a:pt x="9526" y="382"/>
                </a:cubicBezTo>
                <a:cubicBezTo>
                  <a:pt x="294" y="6902"/>
                  <a:pt x="294" y="6902"/>
                  <a:pt x="294" y="6902"/>
                </a:cubicBezTo>
                <a:cubicBezTo>
                  <a:pt x="-98" y="7412"/>
                  <a:pt x="-98" y="7922"/>
                  <a:pt x="294" y="8943"/>
                </a:cubicBezTo>
                <a:cubicBezTo>
                  <a:pt x="9526" y="15463"/>
                  <a:pt x="9526" y="15463"/>
                  <a:pt x="9526" y="15463"/>
                </a:cubicBezTo>
                <a:cubicBezTo>
                  <a:pt x="10310" y="15973"/>
                  <a:pt x="11486" y="15973"/>
                  <a:pt x="11834" y="15463"/>
                </a:cubicBezTo>
                <a:cubicBezTo>
                  <a:pt x="17670" y="10927"/>
                  <a:pt x="17670" y="10927"/>
                  <a:pt x="17670" y="10927"/>
                </a:cubicBezTo>
                <a:cubicBezTo>
                  <a:pt x="11486" y="8943"/>
                  <a:pt x="11486" y="8943"/>
                  <a:pt x="11486" y="8943"/>
                </a:cubicBezTo>
                <a:cubicBezTo>
                  <a:pt x="11094" y="8943"/>
                  <a:pt x="11094" y="9396"/>
                  <a:pt x="10702" y="9396"/>
                </a:cubicBezTo>
                <a:cubicBezTo>
                  <a:pt x="9526" y="9396"/>
                  <a:pt x="8742" y="8433"/>
                  <a:pt x="8742" y="7412"/>
                </a:cubicBezTo>
                <a:cubicBezTo>
                  <a:pt x="8742" y="6902"/>
                  <a:pt x="9526" y="5938"/>
                  <a:pt x="10702" y="5938"/>
                </a:cubicBezTo>
                <a:cubicBezTo>
                  <a:pt x="11486" y="5938"/>
                  <a:pt x="12270" y="6392"/>
                  <a:pt x="12662" y="6902"/>
                </a:cubicBezTo>
                <a:cubicBezTo>
                  <a:pt x="19194" y="9907"/>
                  <a:pt x="19194" y="9907"/>
                  <a:pt x="19194" y="9907"/>
                </a:cubicBezTo>
                <a:cubicBezTo>
                  <a:pt x="21110" y="8943"/>
                  <a:pt x="21110" y="8943"/>
                  <a:pt x="21110" y="8943"/>
                </a:cubicBezTo>
                <a:cubicBezTo>
                  <a:pt x="21502" y="7922"/>
                  <a:pt x="21502" y="7412"/>
                  <a:pt x="21110" y="6902"/>
                </a:cubicBezTo>
                <a:close/>
                <a:moveTo>
                  <a:pt x="18410" y="19488"/>
                </a:moveTo>
                <a:cubicBezTo>
                  <a:pt x="18018" y="19998"/>
                  <a:pt x="19586" y="20508"/>
                  <a:pt x="19978" y="18978"/>
                </a:cubicBezTo>
                <a:cubicBezTo>
                  <a:pt x="20326" y="11948"/>
                  <a:pt x="19194" y="9907"/>
                  <a:pt x="19194" y="9907"/>
                </a:cubicBezTo>
                <a:cubicBezTo>
                  <a:pt x="17670" y="10927"/>
                  <a:pt x="17670" y="10927"/>
                  <a:pt x="17670" y="10927"/>
                </a:cubicBezTo>
                <a:cubicBezTo>
                  <a:pt x="17670" y="10927"/>
                  <a:pt x="19194" y="12458"/>
                  <a:pt x="18410" y="19488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ct val="80000"/>
              </a:lnSpc>
              <a:defRPr sz="7000" spc="14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143C458-0BD8-43D2-9B82-A4886C478E9D}"/>
              </a:ext>
            </a:extLst>
          </p:cNvPr>
          <p:cNvGrpSpPr/>
          <p:nvPr/>
        </p:nvGrpSpPr>
        <p:grpSpPr>
          <a:xfrm>
            <a:off x="2606842" y="9087413"/>
            <a:ext cx="2228999" cy="362899"/>
            <a:chOff x="184099" y="4341895"/>
            <a:chExt cx="2228999" cy="362899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3687502E-8D8C-4211-B1B2-38A5FD70F924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793935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MS Office</a:t>
              </a: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53D0FD0-39C9-44AC-808A-5DC476ED7BE6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18817463-50FB-49A9-8E65-EB94E2051FDE}"/>
                </a:ext>
              </a:extLst>
            </p:cNvPr>
            <p:cNvSpPr/>
            <p:nvPr/>
          </p:nvSpPr>
          <p:spPr>
            <a:xfrm>
              <a:off x="281232" y="4627476"/>
              <a:ext cx="1692000" cy="77318"/>
            </a:xfrm>
            <a:prstGeom prst="rect">
              <a:avLst/>
            </a:prstGeom>
            <a:solidFill>
              <a:srgbClr val="1A222D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13BD4E3-1470-4782-801B-2BF0C6EE1108}"/>
              </a:ext>
            </a:extLst>
          </p:cNvPr>
          <p:cNvGrpSpPr/>
          <p:nvPr/>
        </p:nvGrpSpPr>
        <p:grpSpPr>
          <a:xfrm>
            <a:off x="2606842" y="9447994"/>
            <a:ext cx="2228999" cy="362899"/>
            <a:chOff x="184099" y="4341895"/>
            <a:chExt cx="2228999" cy="362899"/>
          </a:xfrm>
        </p:grpSpPr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5FC5C0CC-47E2-4395-97FB-81308132182C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737381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 err="1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Adwords</a:t>
              </a:r>
              <a:endParaRPr lang="fr-FR" sz="120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C3BC02A0-95E9-4005-B3E8-D52E183191BE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FF7C6526-B336-4DCD-883F-04F12693CBED}"/>
                </a:ext>
              </a:extLst>
            </p:cNvPr>
            <p:cNvSpPr/>
            <p:nvPr/>
          </p:nvSpPr>
          <p:spPr>
            <a:xfrm>
              <a:off x="281232" y="4627476"/>
              <a:ext cx="1584000" cy="77318"/>
            </a:xfrm>
            <a:prstGeom prst="rect">
              <a:avLst/>
            </a:prstGeom>
            <a:solidFill>
              <a:srgbClr val="1A222D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B1E3A52-09FC-49DB-9848-548F47859327}"/>
              </a:ext>
            </a:extLst>
          </p:cNvPr>
          <p:cNvGrpSpPr/>
          <p:nvPr/>
        </p:nvGrpSpPr>
        <p:grpSpPr>
          <a:xfrm>
            <a:off x="2606842" y="9808575"/>
            <a:ext cx="2228999" cy="362899"/>
            <a:chOff x="184099" y="4341895"/>
            <a:chExt cx="2228999" cy="362899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B14F505-1332-4A69-8B80-7E588458800D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1047787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Facebook </a:t>
              </a:r>
              <a:r>
                <a:rPr lang="fr-FR" sz="1200" dirty="0" err="1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Ads</a:t>
              </a:r>
              <a:endParaRPr lang="fr-FR" sz="120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B3AE5655-4DFE-4215-B17C-6ADAE829723A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45A96070-A79F-4088-8008-BA63B512583F}"/>
                </a:ext>
              </a:extLst>
            </p:cNvPr>
            <p:cNvSpPr/>
            <p:nvPr/>
          </p:nvSpPr>
          <p:spPr>
            <a:xfrm>
              <a:off x="281233" y="4627476"/>
              <a:ext cx="1512000" cy="77318"/>
            </a:xfrm>
            <a:prstGeom prst="rect">
              <a:avLst/>
            </a:prstGeom>
            <a:solidFill>
              <a:srgbClr val="1A222D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00825CE4-4430-472A-9B51-AF416AC56CFC}"/>
              </a:ext>
            </a:extLst>
          </p:cNvPr>
          <p:cNvGrpSpPr/>
          <p:nvPr/>
        </p:nvGrpSpPr>
        <p:grpSpPr>
          <a:xfrm>
            <a:off x="2606842" y="10169156"/>
            <a:ext cx="2228999" cy="362899"/>
            <a:chOff x="184099" y="4341895"/>
            <a:chExt cx="2228999" cy="362899"/>
          </a:xfrm>
        </p:grpSpPr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C74FFBC1-E5E5-4578-9A75-89B5FA60D898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856901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Wordpress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AC4210C-45F9-4144-A73D-5A84237A23E0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27950049-887F-4C03-B782-ECB1ED0E52EC}"/>
                </a:ext>
              </a:extLst>
            </p:cNvPr>
            <p:cNvSpPr/>
            <p:nvPr/>
          </p:nvSpPr>
          <p:spPr>
            <a:xfrm>
              <a:off x="281232" y="4627476"/>
              <a:ext cx="1368000" cy="77318"/>
            </a:xfrm>
            <a:prstGeom prst="rect">
              <a:avLst/>
            </a:prstGeom>
            <a:solidFill>
              <a:srgbClr val="1A222D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B21B5AB-626B-412F-9A1A-6ED2E5FD163D}"/>
              </a:ext>
            </a:extLst>
          </p:cNvPr>
          <p:cNvGrpSpPr/>
          <p:nvPr/>
        </p:nvGrpSpPr>
        <p:grpSpPr>
          <a:xfrm>
            <a:off x="5148108" y="9087413"/>
            <a:ext cx="2228999" cy="362899"/>
            <a:chOff x="184099" y="4341895"/>
            <a:chExt cx="2228999" cy="362899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1CD0E1FA-D229-4843-AD88-A0D9C940E808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609462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Leader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F89D4CCC-39DE-42CA-9B5C-E30A7DEBB7B0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32037BD7-A5D3-45D9-A793-44E129BEFA45}"/>
                </a:ext>
              </a:extLst>
            </p:cNvPr>
            <p:cNvSpPr/>
            <p:nvPr/>
          </p:nvSpPr>
          <p:spPr>
            <a:xfrm>
              <a:off x="281232" y="4627476"/>
              <a:ext cx="1836000" cy="77318"/>
            </a:xfrm>
            <a:prstGeom prst="rect">
              <a:avLst/>
            </a:prstGeom>
            <a:solidFill>
              <a:srgbClr val="1A222D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/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BEAA5D79-4820-46D0-A26B-CD433D91C3A6}"/>
              </a:ext>
            </a:extLst>
          </p:cNvPr>
          <p:cNvGrpSpPr/>
          <p:nvPr/>
        </p:nvGrpSpPr>
        <p:grpSpPr>
          <a:xfrm>
            <a:off x="5148107" y="9448562"/>
            <a:ext cx="2228999" cy="362899"/>
            <a:chOff x="184099" y="4341895"/>
            <a:chExt cx="2228999" cy="36289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FEEABCAA-D701-4FD8-81FB-73524FF217D5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599588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Créatif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229AB0DF-8777-4F5A-92F4-861DB52BEF88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6D0D441-1148-4BA4-AC4D-5DD1AED24C60}"/>
                </a:ext>
              </a:extLst>
            </p:cNvPr>
            <p:cNvSpPr/>
            <p:nvPr/>
          </p:nvSpPr>
          <p:spPr>
            <a:xfrm>
              <a:off x="281232" y="4627476"/>
              <a:ext cx="1872000" cy="77318"/>
            </a:xfrm>
            <a:prstGeom prst="rect">
              <a:avLst/>
            </a:prstGeom>
            <a:solidFill>
              <a:srgbClr val="1A222D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F676A2B-9568-4F7C-B9A3-5E494CFC67C2}"/>
              </a:ext>
            </a:extLst>
          </p:cNvPr>
          <p:cNvGrpSpPr/>
          <p:nvPr/>
        </p:nvGrpSpPr>
        <p:grpSpPr>
          <a:xfrm>
            <a:off x="5148106" y="9809711"/>
            <a:ext cx="2228999" cy="362899"/>
            <a:chOff x="184099" y="4341895"/>
            <a:chExt cx="2228999" cy="362899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48BF9260-29DC-434E-9314-25944D041DFB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734945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Innovant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0D92AA01-8538-422C-86AC-A1088D6012B6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8FAAFAB3-DF6A-40B2-A290-A3F1628058C5}"/>
                </a:ext>
              </a:extLst>
            </p:cNvPr>
            <p:cNvSpPr/>
            <p:nvPr/>
          </p:nvSpPr>
          <p:spPr>
            <a:xfrm>
              <a:off x="281232" y="4627476"/>
              <a:ext cx="1836000" cy="77318"/>
            </a:xfrm>
            <a:prstGeom prst="rect">
              <a:avLst/>
            </a:prstGeom>
            <a:solidFill>
              <a:srgbClr val="1A222D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76F8A99-259F-43CB-A734-4A98AD6085FB}"/>
              </a:ext>
            </a:extLst>
          </p:cNvPr>
          <p:cNvGrpSpPr/>
          <p:nvPr/>
        </p:nvGrpSpPr>
        <p:grpSpPr>
          <a:xfrm>
            <a:off x="5153218" y="10176906"/>
            <a:ext cx="2228999" cy="362899"/>
            <a:chOff x="184099" y="4341895"/>
            <a:chExt cx="2228999" cy="362899"/>
          </a:xfrm>
        </p:grpSpPr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246B6B2E-F695-438F-A43C-6775ACBDA607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734304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Organisé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42E7475-84E0-44EF-8685-4826C838BB40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F48DEF45-16B7-4B8E-9835-9A35A58D7842}"/>
                </a:ext>
              </a:extLst>
            </p:cNvPr>
            <p:cNvSpPr/>
            <p:nvPr/>
          </p:nvSpPr>
          <p:spPr>
            <a:xfrm>
              <a:off x="281232" y="4627476"/>
              <a:ext cx="1836000" cy="77318"/>
            </a:xfrm>
            <a:prstGeom prst="rect">
              <a:avLst/>
            </a:prstGeom>
            <a:solidFill>
              <a:srgbClr val="1A222D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/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2447F1EB-5887-464B-A196-A52A23D7FD39}"/>
              </a:ext>
            </a:extLst>
          </p:cNvPr>
          <p:cNvSpPr/>
          <p:nvPr/>
        </p:nvSpPr>
        <p:spPr>
          <a:xfrm>
            <a:off x="2812000" y="5676455"/>
            <a:ext cx="4405595" cy="110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DIPLÔME / NOM DE L’UNIVERSITÉ OU ÉCOLE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Inscrivez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votre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mention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vous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avez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une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98270490-4151-49F2-AD8B-24BE054D2BDF}"/>
              </a:ext>
            </a:extLst>
          </p:cNvPr>
          <p:cNvSpPr/>
          <p:nvPr/>
        </p:nvSpPr>
        <p:spPr>
          <a:xfrm>
            <a:off x="2798356" y="6818437"/>
            <a:ext cx="4405595" cy="110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DIPLÔME / NOM DE L’UNIVERSITÉ OU ÉCOLE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Inscrivez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votre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mention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vous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avez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une</a:t>
            </a:r>
            <a:r>
              <a:rPr lang="en-US" sz="12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563CE8A0-B61A-444B-B5C3-294435F9EA37}"/>
              </a:ext>
            </a:extLst>
          </p:cNvPr>
          <p:cNvSpPr/>
          <p:nvPr/>
        </p:nvSpPr>
        <p:spPr>
          <a:xfrm>
            <a:off x="2525935" y="8692960"/>
            <a:ext cx="5070848" cy="2448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1A222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COMPÉTENCES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3BF7255A-B2D9-43CA-B5FE-4ADF3CAEBB78}"/>
              </a:ext>
            </a:extLst>
          </p:cNvPr>
          <p:cNvSpPr/>
          <p:nvPr/>
        </p:nvSpPr>
        <p:spPr>
          <a:xfrm>
            <a:off x="4812597" y="8093211"/>
            <a:ext cx="474978" cy="474978"/>
          </a:xfrm>
          <a:prstGeom prst="ellipse">
            <a:avLst/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DDE8CA10-9E5F-49CF-BA2E-7BDB2BD29B58}"/>
              </a:ext>
            </a:extLst>
          </p:cNvPr>
          <p:cNvSpPr/>
          <p:nvPr/>
        </p:nvSpPr>
        <p:spPr>
          <a:xfrm>
            <a:off x="4913944" y="8201413"/>
            <a:ext cx="268175" cy="265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83" y="10540"/>
                </a:moveTo>
                <a:cubicBezTo>
                  <a:pt x="19783" y="9190"/>
                  <a:pt x="20717" y="8256"/>
                  <a:pt x="21600" y="7321"/>
                </a:cubicBezTo>
                <a:cubicBezTo>
                  <a:pt x="21600" y="6854"/>
                  <a:pt x="21185" y="5971"/>
                  <a:pt x="21185" y="5504"/>
                </a:cubicBezTo>
                <a:cubicBezTo>
                  <a:pt x="19315" y="5971"/>
                  <a:pt x="18381" y="5037"/>
                  <a:pt x="17498" y="4102"/>
                </a:cubicBezTo>
                <a:cubicBezTo>
                  <a:pt x="16563" y="3219"/>
                  <a:pt x="16096" y="2285"/>
                  <a:pt x="16563" y="883"/>
                </a:cubicBezTo>
                <a:cubicBezTo>
                  <a:pt x="16096" y="467"/>
                  <a:pt x="15213" y="0"/>
                  <a:pt x="14279" y="0"/>
                </a:cubicBezTo>
                <a:cubicBezTo>
                  <a:pt x="13812" y="883"/>
                  <a:pt x="12462" y="1817"/>
                  <a:pt x="11060" y="1817"/>
                </a:cubicBezTo>
                <a:cubicBezTo>
                  <a:pt x="9710" y="1817"/>
                  <a:pt x="8308" y="883"/>
                  <a:pt x="7840" y="0"/>
                </a:cubicBezTo>
                <a:cubicBezTo>
                  <a:pt x="6906" y="0"/>
                  <a:pt x="6023" y="467"/>
                  <a:pt x="5556" y="883"/>
                </a:cubicBezTo>
                <a:cubicBezTo>
                  <a:pt x="6023" y="2285"/>
                  <a:pt x="5556" y="3219"/>
                  <a:pt x="4621" y="4102"/>
                </a:cubicBezTo>
                <a:cubicBezTo>
                  <a:pt x="3738" y="5037"/>
                  <a:pt x="2285" y="5971"/>
                  <a:pt x="935" y="5504"/>
                </a:cubicBezTo>
                <a:cubicBezTo>
                  <a:pt x="935" y="5971"/>
                  <a:pt x="467" y="6854"/>
                  <a:pt x="0" y="7321"/>
                </a:cubicBezTo>
                <a:cubicBezTo>
                  <a:pt x="1402" y="8256"/>
                  <a:pt x="2285" y="9190"/>
                  <a:pt x="2285" y="10540"/>
                </a:cubicBezTo>
                <a:cubicBezTo>
                  <a:pt x="2285" y="11942"/>
                  <a:pt x="1402" y="13292"/>
                  <a:pt x="0" y="14279"/>
                </a:cubicBezTo>
                <a:cubicBezTo>
                  <a:pt x="467" y="14694"/>
                  <a:pt x="935" y="15629"/>
                  <a:pt x="935" y="16096"/>
                </a:cubicBezTo>
                <a:cubicBezTo>
                  <a:pt x="2285" y="16096"/>
                  <a:pt x="3738" y="16096"/>
                  <a:pt x="4621" y="17031"/>
                </a:cubicBezTo>
                <a:cubicBezTo>
                  <a:pt x="5556" y="17913"/>
                  <a:pt x="6023" y="19315"/>
                  <a:pt x="5556" y="20665"/>
                </a:cubicBezTo>
                <a:cubicBezTo>
                  <a:pt x="6023" y="21133"/>
                  <a:pt x="6906" y="21133"/>
                  <a:pt x="7840" y="21600"/>
                </a:cubicBezTo>
                <a:cubicBezTo>
                  <a:pt x="8308" y="20198"/>
                  <a:pt x="9710" y="19315"/>
                  <a:pt x="11060" y="19315"/>
                </a:cubicBezTo>
                <a:cubicBezTo>
                  <a:pt x="12462" y="19315"/>
                  <a:pt x="13812" y="20198"/>
                  <a:pt x="14279" y="21600"/>
                </a:cubicBezTo>
                <a:cubicBezTo>
                  <a:pt x="15213" y="21133"/>
                  <a:pt x="16096" y="21133"/>
                  <a:pt x="16563" y="20665"/>
                </a:cubicBezTo>
                <a:cubicBezTo>
                  <a:pt x="16096" y="19315"/>
                  <a:pt x="16563" y="17913"/>
                  <a:pt x="17498" y="17031"/>
                </a:cubicBezTo>
                <a:cubicBezTo>
                  <a:pt x="18381" y="16096"/>
                  <a:pt x="19315" y="15629"/>
                  <a:pt x="21185" y="16096"/>
                </a:cubicBezTo>
                <a:cubicBezTo>
                  <a:pt x="21185" y="15162"/>
                  <a:pt x="21600" y="14694"/>
                  <a:pt x="21600" y="13760"/>
                </a:cubicBezTo>
                <a:cubicBezTo>
                  <a:pt x="20717" y="13292"/>
                  <a:pt x="19783" y="11942"/>
                  <a:pt x="19783" y="10540"/>
                </a:cubicBezTo>
                <a:close/>
                <a:moveTo>
                  <a:pt x="11060" y="15162"/>
                </a:moveTo>
                <a:cubicBezTo>
                  <a:pt x="8308" y="15162"/>
                  <a:pt x="6490" y="13292"/>
                  <a:pt x="6490" y="10540"/>
                </a:cubicBezTo>
                <a:cubicBezTo>
                  <a:pt x="6490" y="8256"/>
                  <a:pt x="8308" y="5971"/>
                  <a:pt x="11060" y="5971"/>
                </a:cubicBezTo>
                <a:cubicBezTo>
                  <a:pt x="13812" y="5971"/>
                  <a:pt x="15629" y="8256"/>
                  <a:pt x="15629" y="10540"/>
                </a:cubicBezTo>
                <a:cubicBezTo>
                  <a:pt x="15629" y="13292"/>
                  <a:pt x="13812" y="15162"/>
                  <a:pt x="11060" y="1516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ct val="80000"/>
              </a:lnSpc>
              <a:defRPr sz="7000" spc="14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0AB34B48-DBFA-4F09-ADCA-677E725E62FE}"/>
              </a:ext>
            </a:extLst>
          </p:cNvPr>
          <p:cNvSpPr/>
          <p:nvPr/>
        </p:nvSpPr>
        <p:spPr>
          <a:xfrm>
            <a:off x="-49478" y="7968589"/>
            <a:ext cx="2534642" cy="32361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1C7DC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LANGUES</a:t>
            </a: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E4FC8CBE-1652-40A9-8B57-9214C099299D}"/>
              </a:ext>
            </a:extLst>
          </p:cNvPr>
          <p:cNvSpPr/>
          <p:nvPr/>
        </p:nvSpPr>
        <p:spPr>
          <a:xfrm>
            <a:off x="962281" y="7385170"/>
            <a:ext cx="474978" cy="474978"/>
          </a:xfrm>
          <a:prstGeom prst="ellipse">
            <a:avLst/>
          </a:prstGeom>
          <a:solidFill>
            <a:srgbClr val="1C7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FFDD91EE-8576-474E-A037-229A4AA9C396}"/>
              </a:ext>
            </a:extLst>
          </p:cNvPr>
          <p:cNvSpPr/>
          <p:nvPr/>
        </p:nvSpPr>
        <p:spPr>
          <a:xfrm>
            <a:off x="1082773" y="7535041"/>
            <a:ext cx="237404" cy="1824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90" h="21472" extrusionOk="0">
                <a:moveTo>
                  <a:pt x="20873" y="12076"/>
                </a:moveTo>
                <a:cubicBezTo>
                  <a:pt x="20103" y="9581"/>
                  <a:pt x="18563" y="8050"/>
                  <a:pt x="15911" y="8050"/>
                </a:cubicBezTo>
                <a:cubicBezTo>
                  <a:pt x="15911" y="8050"/>
                  <a:pt x="15911" y="8050"/>
                  <a:pt x="15526" y="8050"/>
                </a:cubicBezTo>
                <a:cubicBezTo>
                  <a:pt x="15526" y="5046"/>
                  <a:pt x="15526" y="5046"/>
                  <a:pt x="15526" y="5046"/>
                </a:cubicBezTo>
                <a:lnTo>
                  <a:pt x="19290" y="4535"/>
                </a:lnTo>
                <a:cubicBezTo>
                  <a:pt x="19718" y="4535"/>
                  <a:pt x="19718" y="4025"/>
                  <a:pt x="19718" y="4025"/>
                </a:cubicBezTo>
                <a:cubicBezTo>
                  <a:pt x="19718" y="4025"/>
                  <a:pt x="19290" y="3005"/>
                  <a:pt x="19290" y="2494"/>
                </a:cubicBezTo>
                <a:cubicBezTo>
                  <a:pt x="19290" y="2494"/>
                  <a:pt x="19290" y="2494"/>
                  <a:pt x="18948" y="2494"/>
                </a:cubicBezTo>
                <a:lnTo>
                  <a:pt x="15526" y="3005"/>
                </a:lnTo>
                <a:cubicBezTo>
                  <a:pt x="15526" y="3005"/>
                  <a:pt x="15526" y="510"/>
                  <a:pt x="15526" y="0"/>
                </a:cubicBezTo>
                <a:cubicBezTo>
                  <a:pt x="15141" y="0"/>
                  <a:pt x="14371" y="0"/>
                  <a:pt x="14371" y="0"/>
                </a:cubicBezTo>
                <a:lnTo>
                  <a:pt x="14029" y="0"/>
                </a:lnTo>
                <a:cubicBezTo>
                  <a:pt x="14029" y="510"/>
                  <a:pt x="14371" y="3515"/>
                  <a:pt x="14371" y="3515"/>
                </a:cubicBezTo>
                <a:lnTo>
                  <a:pt x="10992" y="4025"/>
                </a:lnTo>
                <a:lnTo>
                  <a:pt x="10608" y="4535"/>
                </a:lnTo>
                <a:lnTo>
                  <a:pt x="10992" y="6009"/>
                </a:lnTo>
                <a:cubicBezTo>
                  <a:pt x="11377" y="6009"/>
                  <a:pt x="14371" y="5499"/>
                  <a:pt x="14371" y="5499"/>
                </a:cubicBezTo>
                <a:cubicBezTo>
                  <a:pt x="14371" y="8561"/>
                  <a:pt x="14371" y="8561"/>
                  <a:pt x="14371" y="8561"/>
                </a:cubicBezTo>
                <a:cubicBezTo>
                  <a:pt x="13259" y="8561"/>
                  <a:pt x="12490" y="9581"/>
                  <a:pt x="11762" y="10091"/>
                </a:cubicBezTo>
                <a:cubicBezTo>
                  <a:pt x="10992" y="11565"/>
                  <a:pt x="10608" y="13096"/>
                  <a:pt x="10608" y="14570"/>
                </a:cubicBezTo>
                <a:cubicBezTo>
                  <a:pt x="10608" y="16554"/>
                  <a:pt x="11762" y="18085"/>
                  <a:pt x="13259" y="18085"/>
                </a:cubicBezTo>
                <a:cubicBezTo>
                  <a:pt x="16296" y="18595"/>
                  <a:pt x="18563" y="14060"/>
                  <a:pt x="19290" y="11565"/>
                </a:cubicBezTo>
                <a:cubicBezTo>
                  <a:pt x="20488" y="13550"/>
                  <a:pt x="19290" y="17575"/>
                  <a:pt x="17023" y="20069"/>
                </a:cubicBezTo>
                <a:lnTo>
                  <a:pt x="17408" y="21090"/>
                </a:lnTo>
                <a:cubicBezTo>
                  <a:pt x="17793" y="21600"/>
                  <a:pt x="17793" y="21600"/>
                  <a:pt x="17793" y="21090"/>
                </a:cubicBezTo>
                <a:cubicBezTo>
                  <a:pt x="20488" y="19106"/>
                  <a:pt x="21600" y="15080"/>
                  <a:pt x="20873" y="12076"/>
                </a:cubicBezTo>
                <a:close/>
                <a:moveTo>
                  <a:pt x="13259" y="16554"/>
                </a:moveTo>
                <a:cubicBezTo>
                  <a:pt x="12105" y="16101"/>
                  <a:pt x="12105" y="15080"/>
                  <a:pt x="12105" y="14570"/>
                </a:cubicBezTo>
                <a:cubicBezTo>
                  <a:pt x="12105" y="13096"/>
                  <a:pt x="12490" y="12076"/>
                  <a:pt x="12874" y="11565"/>
                </a:cubicBezTo>
                <a:cubicBezTo>
                  <a:pt x="13259" y="11055"/>
                  <a:pt x="13644" y="10545"/>
                  <a:pt x="14371" y="10091"/>
                </a:cubicBezTo>
                <a:cubicBezTo>
                  <a:pt x="14371" y="16101"/>
                  <a:pt x="14371" y="16101"/>
                  <a:pt x="14371" y="16101"/>
                </a:cubicBezTo>
                <a:cubicBezTo>
                  <a:pt x="14029" y="16554"/>
                  <a:pt x="13644" y="16554"/>
                  <a:pt x="13259" y="16554"/>
                </a:cubicBezTo>
                <a:close/>
                <a:moveTo>
                  <a:pt x="15526" y="15591"/>
                </a:moveTo>
                <a:cubicBezTo>
                  <a:pt x="15526" y="10091"/>
                  <a:pt x="15526" y="10091"/>
                  <a:pt x="15526" y="10091"/>
                </a:cubicBezTo>
                <a:cubicBezTo>
                  <a:pt x="15911" y="10091"/>
                  <a:pt x="15911" y="10091"/>
                  <a:pt x="15911" y="10091"/>
                </a:cubicBezTo>
                <a:cubicBezTo>
                  <a:pt x="16638" y="10091"/>
                  <a:pt x="17408" y="10091"/>
                  <a:pt x="17793" y="10545"/>
                </a:cubicBezTo>
                <a:cubicBezTo>
                  <a:pt x="18563" y="10545"/>
                  <a:pt x="17023" y="14060"/>
                  <a:pt x="15526" y="15591"/>
                </a:cubicBezTo>
                <a:close/>
                <a:moveTo>
                  <a:pt x="6074" y="5046"/>
                </a:moveTo>
                <a:cubicBezTo>
                  <a:pt x="6074" y="4535"/>
                  <a:pt x="6074" y="4535"/>
                  <a:pt x="6074" y="4535"/>
                </a:cubicBezTo>
                <a:cubicBezTo>
                  <a:pt x="3764" y="4535"/>
                  <a:pt x="3764" y="4535"/>
                  <a:pt x="3764" y="4535"/>
                </a:cubicBezTo>
                <a:cubicBezTo>
                  <a:pt x="3764" y="4535"/>
                  <a:pt x="3764" y="4535"/>
                  <a:pt x="3764" y="5046"/>
                </a:cubicBezTo>
                <a:cubicBezTo>
                  <a:pt x="3379" y="6576"/>
                  <a:pt x="0" y="20069"/>
                  <a:pt x="0" y="20580"/>
                </a:cubicBezTo>
                <a:cubicBezTo>
                  <a:pt x="1882" y="20580"/>
                  <a:pt x="1882" y="20580"/>
                  <a:pt x="1882" y="20580"/>
                </a:cubicBezTo>
                <a:cubicBezTo>
                  <a:pt x="1882" y="20069"/>
                  <a:pt x="3037" y="15591"/>
                  <a:pt x="3037" y="15591"/>
                </a:cubicBezTo>
                <a:cubicBezTo>
                  <a:pt x="6844" y="15591"/>
                  <a:pt x="6844" y="15591"/>
                  <a:pt x="6844" y="15591"/>
                </a:cubicBezTo>
                <a:cubicBezTo>
                  <a:pt x="6844" y="15591"/>
                  <a:pt x="7956" y="20069"/>
                  <a:pt x="7956" y="20580"/>
                </a:cubicBezTo>
                <a:cubicBezTo>
                  <a:pt x="9838" y="20580"/>
                  <a:pt x="9838" y="20580"/>
                  <a:pt x="9838" y="20580"/>
                </a:cubicBezTo>
                <a:cubicBezTo>
                  <a:pt x="9838" y="20069"/>
                  <a:pt x="6459" y="6576"/>
                  <a:pt x="6074" y="5046"/>
                </a:cubicBezTo>
                <a:close/>
                <a:moveTo>
                  <a:pt x="3379" y="13550"/>
                </a:moveTo>
                <a:cubicBezTo>
                  <a:pt x="4962" y="6576"/>
                  <a:pt x="4962" y="6576"/>
                  <a:pt x="4962" y="6576"/>
                </a:cubicBezTo>
                <a:cubicBezTo>
                  <a:pt x="6459" y="13550"/>
                  <a:pt x="6459" y="13550"/>
                  <a:pt x="6459" y="13550"/>
                </a:cubicBezTo>
                <a:lnTo>
                  <a:pt x="3379" y="13550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ct val="80000"/>
              </a:lnSpc>
              <a:defRPr sz="7000" spc="140">
                <a:solidFill>
                  <a:srgbClr val="FFFFFF"/>
                </a:solidFill>
              </a:defRPr>
            </a:pPr>
            <a:endParaRPr lang="ar-MA" dirty="0"/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7F352464-4970-48E9-BF4D-578AEF1767FB}"/>
              </a:ext>
            </a:extLst>
          </p:cNvPr>
          <p:cNvGrpSpPr/>
          <p:nvPr/>
        </p:nvGrpSpPr>
        <p:grpSpPr>
          <a:xfrm>
            <a:off x="56376" y="8486787"/>
            <a:ext cx="2228999" cy="362899"/>
            <a:chOff x="184099" y="4341895"/>
            <a:chExt cx="2228999" cy="362899"/>
          </a:xfrm>
        </p:grpSpPr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C112D302-F076-4609-B1F6-00076FDF4E40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693203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Français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525411BB-18C8-4122-8490-A1C1AB0A737A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bg1"/>
                </a:solidFill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64DD21EC-D3B9-41CE-86A1-6D226B526AAE}"/>
                </a:ext>
              </a:extLst>
            </p:cNvPr>
            <p:cNvSpPr/>
            <p:nvPr/>
          </p:nvSpPr>
          <p:spPr>
            <a:xfrm>
              <a:off x="281232" y="4627476"/>
              <a:ext cx="1836000" cy="77318"/>
            </a:xfrm>
            <a:prstGeom prst="rect">
              <a:avLst/>
            </a:prstGeom>
            <a:solidFill>
              <a:srgbClr val="1C7DC1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C31F2B3A-2711-41AB-8AB4-BD46D8FCD23D}"/>
              </a:ext>
            </a:extLst>
          </p:cNvPr>
          <p:cNvGrpSpPr/>
          <p:nvPr/>
        </p:nvGrpSpPr>
        <p:grpSpPr>
          <a:xfrm>
            <a:off x="56375" y="8847936"/>
            <a:ext cx="2228999" cy="362899"/>
            <a:chOff x="184099" y="4341895"/>
            <a:chExt cx="2228999" cy="362899"/>
          </a:xfrm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0FC5B998-54AA-4885-9A19-2EF465B702E7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631904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Anglais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2BB94049-07C7-4F08-BBA1-A53F5D45CA68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bg1"/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14669FD-FB3C-42B1-9027-0696E12531D8}"/>
                </a:ext>
              </a:extLst>
            </p:cNvPr>
            <p:cNvSpPr/>
            <p:nvPr/>
          </p:nvSpPr>
          <p:spPr>
            <a:xfrm>
              <a:off x="281232" y="4627476"/>
              <a:ext cx="1512000" cy="77318"/>
            </a:xfrm>
            <a:prstGeom prst="rect">
              <a:avLst/>
            </a:prstGeom>
            <a:solidFill>
              <a:srgbClr val="1C7DC1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B304279-806A-4C61-AEA6-3C21FED71261}"/>
              </a:ext>
            </a:extLst>
          </p:cNvPr>
          <p:cNvGrpSpPr/>
          <p:nvPr/>
        </p:nvGrpSpPr>
        <p:grpSpPr>
          <a:xfrm>
            <a:off x="56374" y="9209085"/>
            <a:ext cx="2228999" cy="362899"/>
            <a:chOff x="184099" y="4341895"/>
            <a:chExt cx="2228999" cy="362899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D20A479B-176E-4094-B1CB-F0E8D37665B3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779381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Allemand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A7A0239D-E18B-4313-98C6-1DD1E72F9D60}"/>
                </a:ext>
              </a:extLst>
            </p:cNvPr>
            <p:cNvSpPr/>
            <p:nvPr/>
          </p:nvSpPr>
          <p:spPr>
            <a:xfrm>
              <a:off x="281234" y="4627476"/>
              <a:ext cx="2131864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bg1"/>
                </a:solidFill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1D4B87A0-67CB-410E-9681-89A75FB184E5}"/>
                </a:ext>
              </a:extLst>
            </p:cNvPr>
            <p:cNvSpPr/>
            <p:nvPr/>
          </p:nvSpPr>
          <p:spPr>
            <a:xfrm>
              <a:off x="281233" y="4627476"/>
              <a:ext cx="1251683" cy="77318"/>
            </a:xfrm>
            <a:prstGeom prst="rect">
              <a:avLst/>
            </a:prstGeom>
            <a:solidFill>
              <a:srgbClr val="1C7DC1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C9AFA0B3-D543-4C00-A874-A7ACEC7EFFA4}"/>
              </a:ext>
            </a:extLst>
          </p:cNvPr>
          <p:cNvSpPr/>
          <p:nvPr/>
        </p:nvSpPr>
        <p:spPr>
          <a:xfrm>
            <a:off x="2838308" y="2323037"/>
            <a:ext cx="4374098" cy="101656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kern="1200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B2121CB-AA7F-4C03-9C6E-C536991CCA19}"/>
              </a:ext>
            </a:extLst>
          </p:cNvPr>
          <p:cNvSpPr/>
          <p:nvPr/>
        </p:nvSpPr>
        <p:spPr>
          <a:xfrm>
            <a:off x="2836474" y="3513420"/>
            <a:ext cx="4374098" cy="101656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kern="1200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4669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260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Lato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Cvexemple.com</dc:title>
  <dc:creator>YOUSSEF BAHLA</dc:creator>
  <cp:keywords>Cvexemple.com</cp:keywords>
  <cp:lastModifiedBy>YOUSSEF BAHLA</cp:lastModifiedBy>
  <cp:revision>49</cp:revision>
  <dcterms:created xsi:type="dcterms:W3CDTF">2015-07-03T12:55:42Z</dcterms:created>
  <dcterms:modified xsi:type="dcterms:W3CDTF">2021-02-09T18:41:52Z</dcterms:modified>
  <cp:category>Cvexemple.com</cp:category>
</cp:coreProperties>
</file>