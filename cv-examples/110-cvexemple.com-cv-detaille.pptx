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3" r:id="rId2"/>
  </p:sldIdLst>
  <p:sldSz cx="6858000" cy="9906000" type="A4"/>
  <p:notesSz cx="6858000" cy="9144000"/>
  <p:defaultTextStyle>
    <a:defPPr>
      <a:defRPr lang="fr-FR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7DC1"/>
    <a:srgbClr val="E6E6E6"/>
    <a:srgbClr val="ACCD26"/>
    <a:srgbClr val="03933C"/>
    <a:srgbClr val="30322A"/>
    <a:srgbClr val="32352C"/>
    <a:srgbClr val="D52A57"/>
    <a:srgbClr val="E1DFE2"/>
    <a:srgbClr val="FFFFFF"/>
    <a:srgbClr val="2F32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91" autoAdjust="0"/>
  </p:normalViewPr>
  <p:slideViewPr>
    <p:cSldViewPr snapToGrid="0" snapToObjects="1">
      <p:cViewPr>
        <p:scale>
          <a:sx n="35" d="100"/>
          <a:sy n="35" d="100"/>
        </p:scale>
        <p:origin x="1848" y="474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57371-C124-4EEE-9F68-1F667A6CAA03}" type="datetimeFigureOut">
              <a:rPr lang="fr-MA" smtClean="0"/>
              <a:t>22/02/2022</a:t>
            </a:fld>
            <a:endParaRPr lang="fr-M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3BE3D-230D-40C3-8D7A-1D79C01EB355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2634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>
                <a:solidFill>
                  <a:srgbClr val="909090"/>
                </a:solidFill>
                <a:effectLst/>
                <a:latin typeface="Lato"/>
              </a:rPr>
              <a:t>Cvexemple.com © Tous droits réservés</a:t>
            </a:r>
            <a:endParaRPr lang="fr-FR" dirty="0"/>
          </a:p>
          <a:p>
            <a:pPr rtl="0"/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3BE3D-230D-40C3-8D7A-1D79C01EB355}" type="slidenum">
              <a:rPr lang="fr-MA" smtClean="0"/>
              <a:t>1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84010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1" y="3077282"/>
            <a:ext cx="5829300" cy="2123369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1" y="5613401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22/02/2022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68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22/02/2022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73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6365524"/>
            <a:ext cx="5829300" cy="196744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22/02/2022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99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83369" y="3602392"/>
            <a:ext cx="2495550" cy="1019033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893219" y="3602392"/>
            <a:ext cx="2495550" cy="1019033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22/02/2022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9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1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217386"/>
            <a:ext cx="3030141" cy="924101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3141487"/>
            <a:ext cx="3030141" cy="5707416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0" y="2217386"/>
            <a:ext cx="3031331" cy="924101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0" y="3141487"/>
            <a:ext cx="3031331" cy="5707416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22/02/2022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79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22/02/2022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8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22/02/2022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15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6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2" cy="8454496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22/02/2022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44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934200"/>
            <a:ext cx="4114800" cy="818622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752821"/>
            <a:ext cx="4114800" cy="1162579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22/02/2022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9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22/02/2022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02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112419" y="619126"/>
            <a:ext cx="1276350" cy="1317360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83369" y="619126"/>
            <a:ext cx="3714750" cy="131736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22/02/2022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75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1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1" y="2311401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1" y="9181396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A27C-E2F9-C140-AA96-063441F5E1DC}" type="datetimeFigureOut">
              <a:rPr lang="fr-FR" smtClean="0"/>
              <a:t>22/02/2022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1" y="9181396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1" y="9181396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49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EE7236-BB57-439B-8AA0-143BF26E23CA}"/>
              </a:ext>
            </a:extLst>
          </p:cNvPr>
          <p:cNvSpPr/>
          <p:nvPr/>
        </p:nvSpPr>
        <p:spPr>
          <a:xfrm>
            <a:off x="0" y="0"/>
            <a:ext cx="2410579" cy="9906000"/>
          </a:xfrm>
          <a:prstGeom prst="rect">
            <a:avLst/>
          </a:prstGeom>
          <a:solidFill>
            <a:srgbClr val="1A222D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B704DD-6613-4CE1-8AA6-17D6C057EB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653" r="12264" b="22916"/>
          <a:stretch/>
        </p:blipFill>
        <p:spPr>
          <a:xfrm>
            <a:off x="307105" y="259538"/>
            <a:ext cx="1796368" cy="1796368"/>
          </a:xfrm>
          <a:prstGeom prst="ellipse">
            <a:avLst/>
          </a:prstGeom>
          <a:ln w="25400">
            <a:solidFill>
              <a:srgbClr val="F3F3F3"/>
            </a:solidFill>
          </a:ln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01841A83-CF6B-447D-9586-AB9B9998CD2A}"/>
              </a:ext>
            </a:extLst>
          </p:cNvPr>
          <p:cNvSpPr/>
          <p:nvPr/>
        </p:nvSpPr>
        <p:spPr>
          <a:xfrm>
            <a:off x="2399214" y="2259742"/>
            <a:ext cx="3421175" cy="317016"/>
          </a:xfrm>
          <a:prstGeom prst="rect">
            <a:avLst/>
          </a:prstGeom>
          <a:solidFill>
            <a:srgbClr val="1E7DC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Open Sans" panose="020B0606030504020204" pitchFamily="34" charset="0"/>
                <a:cs typeface="Mothanna" panose="02000503000000000000" pitchFamily="2" charset="-78"/>
              </a:rPr>
              <a:t>EXPERIENCE PROFESSIONNELLE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5583EA1-DB64-4AF9-9B74-97C3B88B2467}"/>
              </a:ext>
            </a:extLst>
          </p:cNvPr>
          <p:cNvSpPr/>
          <p:nvPr/>
        </p:nvSpPr>
        <p:spPr>
          <a:xfrm>
            <a:off x="2408135" y="7208837"/>
            <a:ext cx="3412255" cy="317016"/>
          </a:xfrm>
          <a:prstGeom prst="rect">
            <a:avLst/>
          </a:prstGeom>
          <a:solidFill>
            <a:srgbClr val="1E7DC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FORMATION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FA0B43E-3582-4D2C-A50E-EEAFC868D651}"/>
              </a:ext>
            </a:extLst>
          </p:cNvPr>
          <p:cNvSpPr/>
          <p:nvPr/>
        </p:nvSpPr>
        <p:spPr>
          <a:xfrm>
            <a:off x="-570" y="4325184"/>
            <a:ext cx="2224910" cy="317016"/>
          </a:xfrm>
          <a:prstGeom prst="rect">
            <a:avLst/>
          </a:prstGeom>
          <a:solidFill>
            <a:srgbClr val="1E7DC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MA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COMPÉTENCES</a:t>
            </a:r>
            <a:endParaRPr lang="fr-F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88CDD26-C1C4-4DAE-9086-84B8525AB463}"/>
              </a:ext>
            </a:extLst>
          </p:cNvPr>
          <p:cNvSpPr/>
          <p:nvPr/>
        </p:nvSpPr>
        <p:spPr>
          <a:xfrm>
            <a:off x="52" y="6981057"/>
            <a:ext cx="2224910" cy="317016"/>
          </a:xfrm>
          <a:prstGeom prst="rect">
            <a:avLst/>
          </a:prstGeom>
          <a:solidFill>
            <a:srgbClr val="1E7DC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MA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Open Sans" panose="020B0606030504020204" pitchFamily="34" charset="0"/>
                <a:cs typeface="Mothanna" panose="02000503000000000000" pitchFamily="2" charset="-78"/>
              </a:rPr>
              <a:t>LANGUES</a:t>
            </a:r>
            <a:endParaRPr lang="fr-F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5214C-EEE6-4A0D-8D67-FDDF1E8B1055}"/>
              </a:ext>
            </a:extLst>
          </p:cNvPr>
          <p:cNvSpPr/>
          <p:nvPr/>
        </p:nvSpPr>
        <p:spPr>
          <a:xfrm>
            <a:off x="-569" y="8275598"/>
            <a:ext cx="2224909" cy="317016"/>
          </a:xfrm>
          <a:prstGeom prst="rect">
            <a:avLst/>
          </a:prstGeom>
          <a:solidFill>
            <a:srgbClr val="1E7DC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CENTRES D’INTERET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304070D6-3E1F-4CE6-B489-D1396A05C4D3}"/>
              </a:ext>
            </a:extLst>
          </p:cNvPr>
          <p:cNvSpPr/>
          <p:nvPr/>
        </p:nvSpPr>
        <p:spPr>
          <a:xfrm>
            <a:off x="221307" y="8703419"/>
            <a:ext cx="2003655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94"/>
              </a:spcBef>
              <a:spcAft>
                <a:spcPts val="294"/>
              </a:spcAft>
            </a:pPr>
            <a:r>
              <a:rPr lang="fr-FR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Football</a:t>
            </a:r>
          </a:p>
          <a:p>
            <a:pPr>
              <a:spcBef>
                <a:spcPts val="294"/>
              </a:spcBef>
              <a:spcAft>
                <a:spcPts val="294"/>
              </a:spcAft>
            </a:pPr>
            <a:r>
              <a:rPr lang="fr-FR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Natation</a:t>
            </a:r>
          </a:p>
          <a:p>
            <a:pPr>
              <a:spcBef>
                <a:spcPts val="294"/>
              </a:spcBef>
              <a:spcAft>
                <a:spcPts val="294"/>
              </a:spcAft>
            </a:pPr>
            <a:r>
              <a:rPr lang="fr-FR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Lecture</a:t>
            </a:r>
          </a:p>
          <a:p>
            <a:pPr>
              <a:spcBef>
                <a:spcPts val="294"/>
              </a:spcBef>
              <a:spcAft>
                <a:spcPts val="294"/>
              </a:spcAft>
            </a:pPr>
            <a:r>
              <a:rPr lang="fr-FR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Théâtre</a:t>
            </a:r>
          </a:p>
        </p:txBody>
      </p:sp>
      <p:sp>
        <p:nvSpPr>
          <p:cNvPr id="191" name="Text Box 5">
            <a:extLst>
              <a:ext uri="{FF2B5EF4-FFF2-40B4-BE49-F238E27FC236}">
                <a16:creationId xmlns:a16="http://schemas.microsoft.com/office/drawing/2014/main" id="{75BF33D1-C6E2-411A-9977-C9C9D2B67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012" y="301404"/>
            <a:ext cx="4269738" cy="1720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1131" tIns="40566" rIns="81131" bIns="40566" numCol="1" anchor="t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fr-FR" sz="3600" b="1" kern="700" spc="-177" dirty="0">
                <a:solidFill>
                  <a:srgbClr val="1A222D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PRÉNOM</a:t>
            </a:r>
            <a:r>
              <a:rPr lang="fr-FR" sz="3600" b="1" kern="700" spc="-177" dirty="0">
                <a:solidFill>
                  <a:srgbClr val="ED6998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3600" b="1" kern="700" spc="-177" dirty="0">
                <a:solidFill>
                  <a:srgbClr val="1E7DC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NOM</a:t>
            </a:r>
            <a:endParaRPr lang="fr-FR" sz="3600" b="1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Aft>
                <a:spcPts val="600"/>
              </a:spcAft>
            </a:pPr>
            <a:r>
              <a:rPr lang="fr-FR" sz="1050" b="1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Titre du poste recherché</a:t>
            </a:r>
            <a:endParaRPr lang="fr-FR" sz="1050" b="1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Aft>
                <a:spcPts val="600"/>
              </a:spcAft>
            </a:pPr>
            <a:r>
              <a:rPr lang="fr-FR" sz="1000" b="1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 PROPOS DE MOI</a:t>
            </a:r>
            <a:endParaRPr lang="fr-FR" sz="1000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fr-FR" sz="1000" dirty="0">
                <a:ea typeface="Open Sans" panose="020B0606030504020204" pitchFamily="34" charset="0"/>
                <a:cs typeface="Open Sans" panose="020B0606030504020204" pitchFamily="34" charset="0"/>
              </a:rPr>
              <a:t>Décrivez en quelques lignes votre parcours professionnel, vos compétences clés pour le poste et vos objectifs de carrière. Ceci est en fait une introduction à votre lettre de motivation. Décrivez en quelques lignes votre parcours professionnel….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8916F0-BDF4-4964-884F-D3EE1F0FF415}"/>
              </a:ext>
            </a:extLst>
          </p:cNvPr>
          <p:cNvGrpSpPr/>
          <p:nvPr/>
        </p:nvGrpSpPr>
        <p:grpSpPr>
          <a:xfrm>
            <a:off x="202405" y="2797008"/>
            <a:ext cx="1494092" cy="1313274"/>
            <a:chOff x="-1665733" y="2512676"/>
            <a:chExt cx="1494092" cy="1313274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D35EC972-BF73-45E4-BB23-9A9DE36C5A25}"/>
                </a:ext>
              </a:extLst>
            </p:cNvPr>
            <p:cNvGrpSpPr/>
            <p:nvPr/>
          </p:nvGrpSpPr>
          <p:grpSpPr>
            <a:xfrm>
              <a:off x="-1304965" y="2512676"/>
              <a:ext cx="1133324" cy="1313274"/>
              <a:chOff x="401606" y="893122"/>
              <a:chExt cx="1158293" cy="1342205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066780CB-7C30-401B-A1A3-A1F0D57A0B4C}"/>
                  </a:ext>
                </a:extLst>
              </p:cNvPr>
              <p:cNvSpPr/>
              <p:nvPr/>
            </p:nvSpPr>
            <p:spPr>
              <a:xfrm>
                <a:off x="401606" y="1917231"/>
                <a:ext cx="530816" cy="318096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fr-MA" sz="1000" b="1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Adresse:</a:t>
                </a:r>
              </a:p>
              <a:p>
                <a:pPr algn="l">
                  <a:lnSpc>
                    <a:spcPct val="107000"/>
                  </a:lnSpc>
                  <a:spcAft>
                    <a:spcPts val="669"/>
                  </a:spcAft>
                </a:pPr>
                <a:r>
                  <a:rPr lang="fr-MA" sz="100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Ville, pays</a:t>
                </a:r>
                <a:endParaRPr lang="fr-FR" sz="100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50430829-11ED-40F2-9A40-6EB0C4D635AB}"/>
                  </a:ext>
                </a:extLst>
              </p:cNvPr>
              <p:cNvSpPr/>
              <p:nvPr/>
            </p:nvSpPr>
            <p:spPr>
              <a:xfrm>
                <a:off x="401606" y="893122"/>
                <a:ext cx="789670" cy="314557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000" b="1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Mobile:</a:t>
                </a:r>
              </a:p>
              <a:p>
                <a:pPr algn="l"/>
                <a:r>
                  <a:rPr lang="en-US" sz="100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07 07 07 07 07</a:t>
                </a:r>
                <a:endParaRPr lang="en-US" sz="105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ED7E5423-5063-455E-AAF9-5498227F7A21}"/>
                  </a:ext>
                </a:extLst>
              </p:cNvPr>
              <p:cNvSpPr/>
              <p:nvPr/>
            </p:nvSpPr>
            <p:spPr>
              <a:xfrm>
                <a:off x="401606" y="1430593"/>
                <a:ext cx="1158293" cy="314557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000" b="1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Email:</a:t>
                </a:r>
              </a:p>
              <a:p>
                <a:pPr algn="l"/>
                <a:r>
                  <a:rPr lang="en-US" sz="100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info@cvexemple.com</a:t>
                </a:r>
                <a:endParaRPr lang="fr-FR" sz="100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C16A28F-A4D9-495F-B44C-8205C3DD6C5F}"/>
                </a:ext>
              </a:extLst>
            </p:cNvPr>
            <p:cNvSpPr/>
            <p:nvPr/>
          </p:nvSpPr>
          <p:spPr>
            <a:xfrm>
              <a:off x="-1657473" y="2536173"/>
              <a:ext cx="284281" cy="2842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3E3DBBE8-4CA7-4D20-97A1-999C82EA97BF}"/>
                </a:ext>
              </a:extLst>
            </p:cNvPr>
            <p:cNvSpPr/>
            <p:nvPr/>
          </p:nvSpPr>
          <p:spPr>
            <a:xfrm>
              <a:off x="-1661603" y="3036249"/>
              <a:ext cx="284281" cy="2842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AEDAA747-F70F-4726-9D47-B160ACADF054}"/>
                </a:ext>
              </a:extLst>
            </p:cNvPr>
            <p:cNvSpPr/>
            <p:nvPr/>
          </p:nvSpPr>
          <p:spPr>
            <a:xfrm>
              <a:off x="-1665733" y="3536325"/>
              <a:ext cx="284281" cy="2842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7" name="شكل حر 78">
              <a:extLst>
                <a:ext uri="{FF2B5EF4-FFF2-40B4-BE49-F238E27FC236}">
                  <a16:creationId xmlns:a16="http://schemas.microsoft.com/office/drawing/2014/main" id="{16170D52-6C36-4F90-BB7F-15ECF2BA4B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564494" y="3616330"/>
              <a:ext cx="71523" cy="108000"/>
            </a:xfrm>
            <a:custGeom>
              <a:avLst/>
              <a:gdLst>
                <a:gd name="connsiteX0" fmla="*/ 1316986 w 2647950"/>
                <a:gd name="connsiteY0" fmla="*/ 704850 h 3976070"/>
                <a:gd name="connsiteX1" fmla="*/ 776597 w 2647950"/>
                <a:gd name="connsiteY1" fmla="*/ 1245239 h 3976070"/>
                <a:gd name="connsiteX2" fmla="*/ 1316986 w 2647950"/>
                <a:gd name="connsiteY2" fmla="*/ 1785628 h 3976070"/>
                <a:gd name="connsiteX3" fmla="*/ 1857375 w 2647950"/>
                <a:gd name="connsiteY3" fmla="*/ 1245239 h 3976070"/>
                <a:gd name="connsiteX4" fmla="*/ 1316986 w 2647950"/>
                <a:gd name="connsiteY4" fmla="*/ 704850 h 3976070"/>
                <a:gd name="connsiteX5" fmla="*/ 1323975 w 2647950"/>
                <a:gd name="connsiteY5" fmla="*/ 0 h 3976070"/>
                <a:gd name="connsiteX6" fmla="*/ 2647950 w 2647950"/>
                <a:gd name="connsiteY6" fmla="*/ 1323975 h 3976070"/>
                <a:gd name="connsiteX7" fmla="*/ 2421836 w 2647950"/>
                <a:gd name="connsiteY7" fmla="*/ 2064222 h 3976070"/>
                <a:gd name="connsiteX8" fmla="*/ 2358543 w 2647950"/>
                <a:gd name="connsiteY8" fmla="*/ 2148863 h 3976070"/>
                <a:gd name="connsiteX9" fmla="*/ 1334733 w 2647950"/>
                <a:gd name="connsiteY9" fmla="*/ 3976070 h 3976070"/>
                <a:gd name="connsiteX10" fmla="*/ 273757 w 2647950"/>
                <a:gd name="connsiteY10" fmla="*/ 2127934 h 3976070"/>
                <a:gd name="connsiteX11" fmla="*/ 226114 w 2647950"/>
                <a:gd name="connsiteY11" fmla="*/ 2064222 h 3976070"/>
                <a:gd name="connsiteX12" fmla="*/ 0 w 2647950"/>
                <a:gd name="connsiteY12" fmla="*/ 1323975 h 3976070"/>
                <a:gd name="connsiteX13" fmla="*/ 1323975 w 2647950"/>
                <a:gd name="connsiteY13" fmla="*/ 0 h 397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47950" h="3976070">
                  <a:moveTo>
                    <a:pt x="1316986" y="704850"/>
                  </a:moveTo>
                  <a:cubicBezTo>
                    <a:pt x="1018537" y="704850"/>
                    <a:pt x="776597" y="946790"/>
                    <a:pt x="776597" y="1245239"/>
                  </a:cubicBezTo>
                  <a:cubicBezTo>
                    <a:pt x="776597" y="1543688"/>
                    <a:pt x="1018537" y="1785628"/>
                    <a:pt x="1316986" y="1785628"/>
                  </a:cubicBezTo>
                  <a:cubicBezTo>
                    <a:pt x="1615435" y="1785628"/>
                    <a:pt x="1857375" y="1543688"/>
                    <a:pt x="1857375" y="1245239"/>
                  </a:cubicBezTo>
                  <a:cubicBezTo>
                    <a:pt x="1857375" y="946790"/>
                    <a:pt x="1615435" y="704850"/>
                    <a:pt x="1316986" y="704850"/>
                  </a:cubicBezTo>
                  <a:close/>
                  <a:moveTo>
                    <a:pt x="1323975" y="0"/>
                  </a:moveTo>
                  <a:cubicBezTo>
                    <a:pt x="2055186" y="0"/>
                    <a:pt x="2647950" y="592764"/>
                    <a:pt x="2647950" y="1323975"/>
                  </a:cubicBezTo>
                  <a:cubicBezTo>
                    <a:pt x="2647950" y="1598179"/>
                    <a:pt x="2564593" y="1852914"/>
                    <a:pt x="2421836" y="2064222"/>
                  </a:cubicBezTo>
                  <a:lnTo>
                    <a:pt x="2358543" y="2148863"/>
                  </a:lnTo>
                  <a:lnTo>
                    <a:pt x="1334733" y="3976070"/>
                  </a:lnTo>
                  <a:lnTo>
                    <a:pt x="273757" y="2127934"/>
                  </a:lnTo>
                  <a:lnTo>
                    <a:pt x="226114" y="2064222"/>
                  </a:lnTo>
                  <a:cubicBezTo>
                    <a:pt x="83358" y="1852914"/>
                    <a:pt x="0" y="1598179"/>
                    <a:pt x="0" y="1323975"/>
                  </a:cubicBezTo>
                  <a:cubicBezTo>
                    <a:pt x="0" y="592764"/>
                    <a:pt x="592764" y="0"/>
                    <a:pt x="1323975" y="0"/>
                  </a:cubicBezTo>
                  <a:close/>
                </a:path>
              </a:pathLst>
            </a:custGeom>
            <a:solidFill>
              <a:srgbClr val="1E7DC1"/>
            </a:solidFill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9469" tIns="44734" rIns="89469" bIns="44734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MA" sz="2800">
                <a:solidFill>
                  <a:schemeClr val="bg1"/>
                </a:solidFill>
              </a:endParaRPr>
            </a:p>
          </p:txBody>
        </p:sp>
        <p:sp>
          <p:nvSpPr>
            <p:cNvPr id="198" name="شكل حر 85">
              <a:extLst>
                <a:ext uri="{FF2B5EF4-FFF2-40B4-BE49-F238E27FC236}">
                  <a16:creationId xmlns:a16="http://schemas.microsoft.com/office/drawing/2014/main" id="{6125D3BF-C77E-4811-8ABB-BECFE39C07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592464" y="3127052"/>
              <a:ext cx="144000" cy="102674"/>
            </a:xfrm>
            <a:custGeom>
              <a:avLst/>
              <a:gdLst>
                <a:gd name="connsiteX0" fmla="*/ 3316236 w 8372474"/>
                <a:gd name="connsiteY0" fmla="*/ 3531540 h 5981701"/>
                <a:gd name="connsiteX1" fmla="*/ 1307076 w 8372474"/>
                <a:gd name="connsiteY1" fmla="*/ 5537782 h 5981701"/>
                <a:gd name="connsiteX2" fmla="*/ 7035211 w 8372474"/>
                <a:gd name="connsiteY2" fmla="*/ 5534939 h 5981701"/>
                <a:gd name="connsiteX3" fmla="*/ 5064612 w 8372474"/>
                <a:gd name="connsiteY3" fmla="*/ 3558654 h 5981701"/>
                <a:gd name="connsiteX4" fmla="*/ 4317667 w 8372474"/>
                <a:gd name="connsiteY4" fmla="*/ 4306522 h 5981701"/>
                <a:gd name="connsiteX5" fmla="*/ 4091217 w 8372474"/>
                <a:gd name="connsiteY5" fmla="*/ 4308903 h 5981701"/>
                <a:gd name="connsiteX6" fmla="*/ 7887285 w 8372474"/>
                <a:gd name="connsiteY6" fmla="*/ 736631 h 5981701"/>
                <a:gd name="connsiteX7" fmla="*/ 5379748 w 8372474"/>
                <a:gd name="connsiteY7" fmla="*/ 3243523 h 5981701"/>
                <a:gd name="connsiteX8" fmla="*/ 7665088 w 8372474"/>
                <a:gd name="connsiteY8" fmla="*/ 5527516 h 5981701"/>
                <a:gd name="connsiteX9" fmla="*/ 7884020 w 8372474"/>
                <a:gd name="connsiteY9" fmla="*/ 5078798 h 5981701"/>
                <a:gd name="connsiteX10" fmla="*/ 7887285 w 8372474"/>
                <a:gd name="connsiteY10" fmla="*/ 736631 h 5981701"/>
                <a:gd name="connsiteX11" fmla="*/ 494711 w 8372474"/>
                <a:gd name="connsiteY11" fmla="*/ 712818 h 5981701"/>
                <a:gd name="connsiteX12" fmla="*/ 497974 w 8372474"/>
                <a:gd name="connsiteY12" fmla="*/ 5054986 h 5981701"/>
                <a:gd name="connsiteX13" fmla="*/ 716862 w 8372474"/>
                <a:gd name="connsiteY13" fmla="*/ 5503704 h 5981701"/>
                <a:gd name="connsiteX14" fmla="*/ 3001739 w 8372474"/>
                <a:gd name="connsiteY14" fmla="*/ 3219711 h 5981701"/>
                <a:gd name="connsiteX15" fmla="*/ 881060 w 8372474"/>
                <a:gd name="connsiteY15" fmla="*/ 472017 h 5981701"/>
                <a:gd name="connsiteX16" fmla="*/ 4067173 w 8372474"/>
                <a:gd name="connsiteY16" fmla="*/ 3655748 h 5981701"/>
                <a:gd name="connsiteX17" fmla="*/ 4212429 w 8372474"/>
                <a:gd name="connsiteY17" fmla="*/ 3729567 h 5981701"/>
                <a:gd name="connsiteX18" fmla="*/ 4348161 w 8372474"/>
                <a:gd name="connsiteY18" fmla="*/ 3641461 h 5981701"/>
                <a:gd name="connsiteX19" fmla="*/ 7519985 w 8372474"/>
                <a:gd name="connsiteY19" fmla="*/ 472017 h 5981701"/>
                <a:gd name="connsiteX20" fmla="*/ 892290 w 8372474"/>
                <a:gd name="connsiteY20" fmla="*/ 0 h 5981701"/>
                <a:gd name="connsiteX21" fmla="*/ 7480184 w 8372474"/>
                <a:gd name="connsiteY21" fmla="*/ 0 h 5981701"/>
                <a:gd name="connsiteX22" fmla="*/ 8372474 w 8372474"/>
                <a:gd name="connsiteY22" fmla="*/ 892290 h 5981701"/>
                <a:gd name="connsiteX23" fmla="*/ 8372474 w 8372474"/>
                <a:gd name="connsiteY23" fmla="*/ 5089411 h 5981701"/>
                <a:gd name="connsiteX24" fmla="*/ 7480184 w 8372474"/>
                <a:gd name="connsiteY24" fmla="*/ 5981701 h 5981701"/>
                <a:gd name="connsiteX25" fmla="*/ 892290 w 8372474"/>
                <a:gd name="connsiteY25" fmla="*/ 5981701 h 5981701"/>
                <a:gd name="connsiteX26" fmla="*/ 0 w 8372474"/>
                <a:gd name="connsiteY26" fmla="*/ 5089411 h 5981701"/>
                <a:gd name="connsiteX27" fmla="*/ 0 w 8372474"/>
                <a:gd name="connsiteY27" fmla="*/ 892290 h 5981701"/>
                <a:gd name="connsiteX28" fmla="*/ 892290 w 8372474"/>
                <a:gd name="connsiteY28" fmla="*/ 0 h 5981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372474" h="5981701">
                  <a:moveTo>
                    <a:pt x="3316236" y="3531540"/>
                  </a:moveTo>
                  <a:lnTo>
                    <a:pt x="1307076" y="5537782"/>
                  </a:lnTo>
                  <a:lnTo>
                    <a:pt x="7035211" y="5534939"/>
                  </a:lnTo>
                  <a:lnTo>
                    <a:pt x="5064612" y="3558654"/>
                  </a:lnTo>
                  <a:lnTo>
                    <a:pt x="4317667" y="4306522"/>
                  </a:lnTo>
                  <a:cubicBezTo>
                    <a:pt x="4246947" y="4383516"/>
                    <a:pt x="4152413" y="4365259"/>
                    <a:pt x="4091217" y="4308903"/>
                  </a:cubicBezTo>
                  <a:close/>
                  <a:moveTo>
                    <a:pt x="7887285" y="736631"/>
                  </a:moveTo>
                  <a:lnTo>
                    <a:pt x="5379748" y="3243523"/>
                  </a:lnTo>
                  <a:lnTo>
                    <a:pt x="7665088" y="5527516"/>
                  </a:lnTo>
                  <a:cubicBezTo>
                    <a:pt x="7783318" y="5489862"/>
                    <a:pt x="7896785" y="5392677"/>
                    <a:pt x="7884020" y="5078798"/>
                  </a:cubicBezTo>
                  <a:cubicBezTo>
                    <a:pt x="7877170" y="3582196"/>
                    <a:pt x="7894135" y="2233232"/>
                    <a:pt x="7887285" y="736631"/>
                  </a:cubicBezTo>
                  <a:close/>
                  <a:moveTo>
                    <a:pt x="494711" y="712818"/>
                  </a:moveTo>
                  <a:cubicBezTo>
                    <a:pt x="487861" y="2209420"/>
                    <a:pt x="504824" y="3558384"/>
                    <a:pt x="497974" y="5054986"/>
                  </a:cubicBezTo>
                  <a:cubicBezTo>
                    <a:pt x="485212" y="5368865"/>
                    <a:pt x="598656" y="5466050"/>
                    <a:pt x="716862" y="5503704"/>
                  </a:cubicBezTo>
                  <a:lnTo>
                    <a:pt x="3001739" y="3219711"/>
                  </a:lnTo>
                  <a:close/>
                  <a:moveTo>
                    <a:pt x="881060" y="472017"/>
                  </a:moveTo>
                  <a:lnTo>
                    <a:pt x="4067173" y="3655748"/>
                  </a:lnTo>
                  <a:cubicBezTo>
                    <a:pt x="4101304" y="3685117"/>
                    <a:pt x="4099716" y="3719248"/>
                    <a:pt x="4212429" y="3729567"/>
                  </a:cubicBezTo>
                  <a:cubicBezTo>
                    <a:pt x="4298154" y="3712104"/>
                    <a:pt x="4312442" y="3685118"/>
                    <a:pt x="4348161" y="3641461"/>
                  </a:cubicBezTo>
                  <a:lnTo>
                    <a:pt x="7519985" y="472017"/>
                  </a:lnTo>
                  <a:close/>
                  <a:moveTo>
                    <a:pt x="892290" y="0"/>
                  </a:moveTo>
                  <a:lnTo>
                    <a:pt x="7480184" y="0"/>
                  </a:lnTo>
                  <a:cubicBezTo>
                    <a:pt x="7972982" y="0"/>
                    <a:pt x="8372474" y="399492"/>
                    <a:pt x="8372474" y="892290"/>
                  </a:cubicBezTo>
                  <a:lnTo>
                    <a:pt x="8372474" y="5089411"/>
                  </a:lnTo>
                  <a:cubicBezTo>
                    <a:pt x="8372474" y="5582209"/>
                    <a:pt x="7972982" y="5981701"/>
                    <a:pt x="7480184" y="5981701"/>
                  </a:cubicBezTo>
                  <a:lnTo>
                    <a:pt x="892290" y="5981701"/>
                  </a:lnTo>
                  <a:cubicBezTo>
                    <a:pt x="399492" y="5981701"/>
                    <a:pt x="0" y="5582209"/>
                    <a:pt x="0" y="5089411"/>
                  </a:cubicBezTo>
                  <a:lnTo>
                    <a:pt x="0" y="892290"/>
                  </a:lnTo>
                  <a:cubicBezTo>
                    <a:pt x="0" y="399492"/>
                    <a:pt x="399492" y="0"/>
                    <a:pt x="892290" y="0"/>
                  </a:cubicBezTo>
                  <a:close/>
                </a:path>
              </a:pathLst>
            </a:custGeom>
            <a:solidFill>
              <a:srgbClr val="1E7D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9469" tIns="44734" rIns="89469" bIns="44734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MA" sz="2800">
                <a:solidFill>
                  <a:schemeClr val="bg1"/>
                </a:solidFill>
              </a:endParaRPr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8E60D211-F9ED-4FEC-9C5E-EB0D5E0D48FB}"/>
                </a:ext>
              </a:extLst>
            </p:cNvPr>
            <p:cNvSpPr/>
            <p:nvPr/>
          </p:nvSpPr>
          <p:spPr>
            <a:xfrm>
              <a:off x="-1569333" y="2624313"/>
              <a:ext cx="108000" cy="108000"/>
            </a:xfrm>
            <a:custGeom>
              <a:avLst/>
              <a:gdLst>
                <a:gd name="connsiteX0" fmla="*/ 67377 w 108660"/>
                <a:gd name="connsiteY0" fmla="*/ 71902 h 115365"/>
                <a:gd name="connsiteX1" fmla="*/ 70853 w 108660"/>
                <a:gd name="connsiteY1" fmla="*/ 73629 h 115365"/>
                <a:gd name="connsiteX2" fmla="*/ 86114 w 108660"/>
                <a:gd name="connsiteY2" fmla="*/ 100034 h 115365"/>
                <a:gd name="connsiteX3" fmla="*/ 84836 w 108660"/>
                <a:gd name="connsiteY3" fmla="*/ 104841 h 115365"/>
                <a:gd name="connsiteX4" fmla="*/ 76774 w 108660"/>
                <a:gd name="connsiteY4" fmla="*/ 109523 h 115365"/>
                <a:gd name="connsiteX5" fmla="*/ 71978 w 108660"/>
                <a:gd name="connsiteY5" fmla="*/ 108243 h 115365"/>
                <a:gd name="connsiteX6" fmla="*/ 56717 w 108660"/>
                <a:gd name="connsiteY6" fmla="*/ 81838 h 115365"/>
                <a:gd name="connsiteX7" fmla="*/ 57995 w 108660"/>
                <a:gd name="connsiteY7" fmla="*/ 77031 h 115365"/>
                <a:gd name="connsiteX8" fmla="*/ 66057 w 108660"/>
                <a:gd name="connsiteY8" fmla="*/ 72349 h 115365"/>
                <a:gd name="connsiteX9" fmla="*/ 67377 w 108660"/>
                <a:gd name="connsiteY9" fmla="*/ 71902 h 115365"/>
                <a:gd name="connsiteX10" fmla="*/ 90660 w 108660"/>
                <a:gd name="connsiteY10" fmla="*/ 11963 h 115365"/>
                <a:gd name="connsiteX11" fmla="*/ 108660 w 108660"/>
                <a:gd name="connsiteY11" fmla="*/ 29963 h 115365"/>
                <a:gd name="connsiteX12" fmla="*/ 90660 w 108660"/>
                <a:gd name="connsiteY12" fmla="*/ 47963 h 115365"/>
                <a:gd name="connsiteX13" fmla="*/ 72660 w 108660"/>
                <a:gd name="connsiteY13" fmla="*/ 29963 h 115365"/>
                <a:gd name="connsiteX14" fmla="*/ 90660 w 108660"/>
                <a:gd name="connsiteY14" fmla="*/ 11963 h 115365"/>
                <a:gd name="connsiteX15" fmla="*/ 12883 w 108660"/>
                <a:gd name="connsiteY15" fmla="*/ 10583 h 115365"/>
                <a:gd name="connsiteX16" fmla="*/ 28856 w 108660"/>
                <a:gd name="connsiteY16" fmla="*/ 38492 h 115365"/>
                <a:gd name="connsiteX17" fmla="*/ 29670 w 108660"/>
                <a:gd name="connsiteY17" fmla="*/ 68633 h 115365"/>
                <a:gd name="connsiteX18" fmla="*/ 54537 w 108660"/>
                <a:gd name="connsiteY18" fmla="*/ 82872 h 115365"/>
                <a:gd name="connsiteX19" fmla="*/ 70535 w 108660"/>
                <a:gd name="connsiteY19" fmla="*/ 110710 h 115365"/>
                <a:gd name="connsiteX20" fmla="*/ 56894 w 108660"/>
                <a:gd name="connsiteY20" fmla="*/ 115365 h 115365"/>
                <a:gd name="connsiteX21" fmla="*/ 45294 w 108660"/>
                <a:gd name="connsiteY21" fmla="*/ 110850 h 115365"/>
                <a:gd name="connsiteX22" fmla="*/ 20 w 108660"/>
                <a:gd name="connsiteY22" fmla="*/ 26785 h 115365"/>
                <a:gd name="connsiteX23" fmla="*/ 3356 w 108660"/>
                <a:gd name="connsiteY23" fmla="*/ 17711 h 115365"/>
                <a:gd name="connsiteX24" fmla="*/ 12883 w 108660"/>
                <a:gd name="connsiteY24" fmla="*/ 10583 h 115365"/>
                <a:gd name="connsiteX25" fmla="*/ 26146 w 108660"/>
                <a:gd name="connsiteY25" fmla="*/ 27 h 115365"/>
                <a:gd name="connsiteX26" fmla="*/ 29622 w 108660"/>
                <a:gd name="connsiteY26" fmla="*/ 1755 h 115365"/>
                <a:gd name="connsiteX27" fmla="*/ 44882 w 108660"/>
                <a:gd name="connsiteY27" fmla="*/ 28160 h 115365"/>
                <a:gd name="connsiteX28" fmla="*/ 43605 w 108660"/>
                <a:gd name="connsiteY28" fmla="*/ 32967 h 115365"/>
                <a:gd name="connsiteX29" fmla="*/ 35542 w 108660"/>
                <a:gd name="connsiteY29" fmla="*/ 37649 h 115365"/>
                <a:gd name="connsiteX30" fmla="*/ 30747 w 108660"/>
                <a:gd name="connsiteY30" fmla="*/ 36368 h 115365"/>
                <a:gd name="connsiteX31" fmla="*/ 15486 w 108660"/>
                <a:gd name="connsiteY31" fmla="*/ 9963 h 115365"/>
                <a:gd name="connsiteX32" fmla="*/ 16764 w 108660"/>
                <a:gd name="connsiteY32" fmla="*/ 5156 h 115365"/>
                <a:gd name="connsiteX33" fmla="*/ 24826 w 108660"/>
                <a:gd name="connsiteY33" fmla="*/ 474 h 115365"/>
                <a:gd name="connsiteX34" fmla="*/ 26146 w 108660"/>
                <a:gd name="connsiteY34" fmla="*/ 27 h 115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08660" h="115365">
                  <a:moveTo>
                    <a:pt x="67377" y="71902"/>
                  </a:moveTo>
                  <a:cubicBezTo>
                    <a:pt x="68734" y="71731"/>
                    <a:pt x="70124" y="72369"/>
                    <a:pt x="70853" y="73629"/>
                  </a:cubicBezTo>
                  <a:lnTo>
                    <a:pt x="86114" y="100034"/>
                  </a:lnTo>
                  <a:cubicBezTo>
                    <a:pt x="87085" y="101715"/>
                    <a:pt x="86513" y="103867"/>
                    <a:pt x="84836" y="104841"/>
                  </a:cubicBezTo>
                  <a:lnTo>
                    <a:pt x="76774" y="109523"/>
                  </a:lnTo>
                  <a:cubicBezTo>
                    <a:pt x="75097" y="110497"/>
                    <a:pt x="72950" y="109924"/>
                    <a:pt x="71978" y="108243"/>
                  </a:cubicBezTo>
                  <a:lnTo>
                    <a:pt x="56717" y="81838"/>
                  </a:lnTo>
                  <a:cubicBezTo>
                    <a:pt x="55746" y="80157"/>
                    <a:pt x="56318" y="78005"/>
                    <a:pt x="57995" y="77031"/>
                  </a:cubicBezTo>
                  <a:lnTo>
                    <a:pt x="66057" y="72349"/>
                  </a:lnTo>
                  <a:cubicBezTo>
                    <a:pt x="66477" y="72106"/>
                    <a:pt x="66925" y="71959"/>
                    <a:pt x="67377" y="71902"/>
                  </a:cubicBezTo>
                  <a:close/>
                  <a:moveTo>
                    <a:pt x="90660" y="11963"/>
                  </a:moveTo>
                  <a:cubicBezTo>
                    <a:pt x="100601" y="11963"/>
                    <a:pt x="108660" y="20022"/>
                    <a:pt x="108660" y="29963"/>
                  </a:cubicBezTo>
                  <a:cubicBezTo>
                    <a:pt x="108660" y="39904"/>
                    <a:pt x="100601" y="47963"/>
                    <a:pt x="90660" y="47963"/>
                  </a:cubicBezTo>
                  <a:cubicBezTo>
                    <a:pt x="80719" y="47963"/>
                    <a:pt x="72660" y="39904"/>
                    <a:pt x="72660" y="29963"/>
                  </a:cubicBezTo>
                  <a:cubicBezTo>
                    <a:pt x="72660" y="20022"/>
                    <a:pt x="80719" y="11963"/>
                    <a:pt x="90660" y="11963"/>
                  </a:cubicBezTo>
                  <a:close/>
                  <a:moveTo>
                    <a:pt x="12883" y="10583"/>
                  </a:moveTo>
                  <a:lnTo>
                    <a:pt x="28856" y="38492"/>
                  </a:lnTo>
                  <a:cubicBezTo>
                    <a:pt x="19525" y="44628"/>
                    <a:pt x="25413" y="61107"/>
                    <a:pt x="29670" y="68633"/>
                  </a:cubicBezTo>
                  <a:cubicBezTo>
                    <a:pt x="34137" y="76158"/>
                    <a:pt x="44638" y="88577"/>
                    <a:pt x="54537" y="82872"/>
                  </a:cubicBezTo>
                  <a:lnTo>
                    <a:pt x="70535" y="110710"/>
                  </a:lnTo>
                  <a:cubicBezTo>
                    <a:pt x="62330" y="115705"/>
                    <a:pt x="59819" y="115213"/>
                    <a:pt x="56894" y="115365"/>
                  </a:cubicBezTo>
                  <a:cubicBezTo>
                    <a:pt x="52780" y="115307"/>
                    <a:pt x="47969" y="112616"/>
                    <a:pt x="45294" y="110850"/>
                  </a:cubicBezTo>
                  <a:cubicBezTo>
                    <a:pt x="32483" y="102989"/>
                    <a:pt x="-936" y="61099"/>
                    <a:pt x="20" y="26785"/>
                  </a:cubicBezTo>
                  <a:cubicBezTo>
                    <a:pt x="137" y="22672"/>
                    <a:pt x="1794" y="19675"/>
                    <a:pt x="3356" y="17711"/>
                  </a:cubicBezTo>
                  <a:cubicBezTo>
                    <a:pt x="5476" y="15116"/>
                    <a:pt x="9518" y="12492"/>
                    <a:pt x="12883" y="10583"/>
                  </a:cubicBezTo>
                  <a:close/>
                  <a:moveTo>
                    <a:pt x="26146" y="27"/>
                  </a:moveTo>
                  <a:cubicBezTo>
                    <a:pt x="27503" y="-144"/>
                    <a:pt x="28893" y="494"/>
                    <a:pt x="29622" y="1755"/>
                  </a:cubicBezTo>
                  <a:lnTo>
                    <a:pt x="44882" y="28160"/>
                  </a:lnTo>
                  <a:cubicBezTo>
                    <a:pt x="45854" y="29841"/>
                    <a:pt x="45282" y="31993"/>
                    <a:pt x="43605" y="32967"/>
                  </a:cubicBezTo>
                  <a:lnTo>
                    <a:pt x="35542" y="37649"/>
                  </a:lnTo>
                  <a:cubicBezTo>
                    <a:pt x="33866" y="38622"/>
                    <a:pt x="31719" y="38049"/>
                    <a:pt x="30747" y="36368"/>
                  </a:cubicBezTo>
                  <a:lnTo>
                    <a:pt x="15486" y="9963"/>
                  </a:lnTo>
                  <a:cubicBezTo>
                    <a:pt x="14515" y="8282"/>
                    <a:pt x="15087" y="6130"/>
                    <a:pt x="16764" y="5156"/>
                  </a:cubicBezTo>
                  <a:lnTo>
                    <a:pt x="24826" y="474"/>
                  </a:lnTo>
                  <a:cubicBezTo>
                    <a:pt x="25245" y="231"/>
                    <a:pt x="25694" y="84"/>
                    <a:pt x="26146" y="27"/>
                  </a:cubicBezTo>
                  <a:close/>
                </a:path>
              </a:pathLst>
            </a:custGeom>
            <a:solidFill>
              <a:srgbClr val="1E7D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MA" sz="2800">
                <a:solidFill>
                  <a:schemeClr val="bg1"/>
                </a:solidFill>
              </a:endParaRPr>
            </a:p>
          </p:txBody>
        </p:sp>
      </p:grpSp>
      <p:sp>
        <p:nvSpPr>
          <p:cNvPr id="201" name="Rectangle 200">
            <a:extLst>
              <a:ext uri="{FF2B5EF4-FFF2-40B4-BE49-F238E27FC236}">
                <a16:creationId xmlns:a16="http://schemas.microsoft.com/office/drawing/2014/main" id="{DEFEA2F5-8000-4195-8EB2-B2F323FF6A6E}"/>
              </a:ext>
            </a:extLst>
          </p:cNvPr>
          <p:cNvSpPr/>
          <p:nvPr/>
        </p:nvSpPr>
        <p:spPr>
          <a:xfrm>
            <a:off x="2545543" y="2731498"/>
            <a:ext cx="4056278" cy="877035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b="1" kern="1200" dirty="0">
                <a:solidFill>
                  <a:srgbClr val="0000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  <a:endParaRPr lang="fr-FR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b="1" kern="1200" dirty="0">
                <a:solidFill>
                  <a:srgbClr val="1C7DC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000" dirty="0">
              <a:solidFill>
                <a:srgbClr val="1C7DC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kern="1200" dirty="0">
                <a:solidFill>
                  <a:srgbClr val="262626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  <a:endParaRPr lang="fr-FR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D02CECEC-9284-4372-903C-9D254FF3C068}"/>
              </a:ext>
            </a:extLst>
          </p:cNvPr>
          <p:cNvSpPr/>
          <p:nvPr/>
        </p:nvSpPr>
        <p:spPr>
          <a:xfrm>
            <a:off x="2549814" y="3801558"/>
            <a:ext cx="4056278" cy="877035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b="1" kern="1200" dirty="0">
                <a:solidFill>
                  <a:srgbClr val="0000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  <a:endParaRPr lang="fr-FR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b="1" kern="1200" dirty="0">
                <a:solidFill>
                  <a:srgbClr val="1C7DC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000" dirty="0">
              <a:solidFill>
                <a:srgbClr val="1C7DC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kern="1200" dirty="0">
                <a:solidFill>
                  <a:srgbClr val="262626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  <a:endParaRPr lang="fr-FR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1DD07001-0FC2-4AD5-BD51-9219EF716F7F}"/>
              </a:ext>
            </a:extLst>
          </p:cNvPr>
          <p:cNvSpPr/>
          <p:nvPr/>
        </p:nvSpPr>
        <p:spPr>
          <a:xfrm>
            <a:off x="2554085" y="4871618"/>
            <a:ext cx="4056278" cy="877035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b="1" kern="1200" dirty="0">
                <a:solidFill>
                  <a:srgbClr val="0000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  <a:endParaRPr lang="fr-FR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b="1" kern="1200" dirty="0">
                <a:solidFill>
                  <a:srgbClr val="1C7DC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000" dirty="0">
              <a:solidFill>
                <a:srgbClr val="1C7DC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kern="1200" dirty="0">
                <a:solidFill>
                  <a:srgbClr val="262626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  <a:endParaRPr lang="fr-FR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CB5C253F-AF6E-47A1-9505-251D2A9BE157}"/>
              </a:ext>
            </a:extLst>
          </p:cNvPr>
          <p:cNvSpPr/>
          <p:nvPr/>
        </p:nvSpPr>
        <p:spPr>
          <a:xfrm>
            <a:off x="2558356" y="5941678"/>
            <a:ext cx="4056278" cy="877035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b="1" kern="1200" dirty="0">
                <a:solidFill>
                  <a:srgbClr val="0000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  <a:endParaRPr lang="fr-FR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b="1" kern="1200" dirty="0">
                <a:solidFill>
                  <a:srgbClr val="1C7DC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000" dirty="0">
              <a:solidFill>
                <a:srgbClr val="1C7DC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kern="1200" dirty="0">
                <a:solidFill>
                  <a:srgbClr val="262626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  <a:endParaRPr lang="fr-FR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9AA8BAC9-37B5-4F91-B450-66BC0EE3B24C}"/>
              </a:ext>
            </a:extLst>
          </p:cNvPr>
          <p:cNvSpPr/>
          <p:nvPr/>
        </p:nvSpPr>
        <p:spPr>
          <a:xfrm>
            <a:off x="2468012" y="7752537"/>
            <a:ext cx="4292422" cy="969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b="1" kern="12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DIPLÔME / NOM DE L’UNIVERSITÉ OU ÉCOLE</a:t>
            </a:r>
            <a:endParaRPr lang="fr-FR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b="1" kern="1200" dirty="0">
                <a:solidFill>
                  <a:srgbClr val="1C7DC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20xx – 20xx</a:t>
            </a:r>
            <a:endParaRPr lang="fr-FR" sz="1000" dirty="0">
              <a:solidFill>
                <a:srgbClr val="1C7DC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Décrivez en une ligne les objectifs et les spécialités de cette formation.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Inscrivez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votre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mention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si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vous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en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avez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eu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une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fr-FR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6432AFC4-9C93-493F-BC3E-A9A61A4D5833}"/>
              </a:ext>
            </a:extLst>
          </p:cNvPr>
          <p:cNvSpPr/>
          <p:nvPr/>
        </p:nvSpPr>
        <p:spPr>
          <a:xfrm>
            <a:off x="2503955" y="8822597"/>
            <a:ext cx="4292422" cy="969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b="1" kern="12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DIPLÔME / NOM DE L’UNIVERSITÉ OU ÉCOLE</a:t>
            </a:r>
            <a:endParaRPr lang="fr-FR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b="1" kern="1200" dirty="0">
                <a:solidFill>
                  <a:srgbClr val="1C7DC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20xx – 20xx</a:t>
            </a:r>
            <a:endParaRPr lang="fr-FR" sz="1000" dirty="0">
              <a:solidFill>
                <a:srgbClr val="1C7DC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Décrivez en une ligne les objectifs et les spécialités de cette formation.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Inscrivez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votre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mention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si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vous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en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avez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eu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une</a:t>
            </a:r>
            <a:r>
              <a:rPr lang="en-US" sz="10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fr-FR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399F2FE1-B00D-4925-B1A7-DB77D8EEAEC3}"/>
              </a:ext>
            </a:extLst>
          </p:cNvPr>
          <p:cNvSpPr/>
          <p:nvPr/>
        </p:nvSpPr>
        <p:spPr>
          <a:xfrm>
            <a:off x="0" y="2302115"/>
            <a:ext cx="2224910" cy="317016"/>
          </a:xfrm>
          <a:prstGeom prst="rect">
            <a:avLst/>
          </a:prstGeom>
          <a:solidFill>
            <a:srgbClr val="1E7DC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MA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Open Sans" panose="020B0606030504020204" pitchFamily="34" charset="0"/>
                <a:cs typeface="Mothanna" panose="02000503000000000000" pitchFamily="2" charset="-78"/>
              </a:rPr>
              <a:t>CONTACT</a:t>
            </a:r>
            <a:endParaRPr lang="fr-F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8E38BFD4-5258-4C12-9531-083D99AAF4C7}"/>
              </a:ext>
            </a:extLst>
          </p:cNvPr>
          <p:cNvSpPr/>
          <p:nvPr/>
        </p:nvSpPr>
        <p:spPr>
          <a:xfrm>
            <a:off x="244678" y="4806388"/>
            <a:ext cx="1810268" cy="1938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669"/>
              </a:spcAft>
            </a:pPr>
            <a:r>
              <a:rPr lang="fr-FR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Pack Office</a:t>
            </a:r>
          </a:p>
          <a:p>
            <a:pPr>
              <a:lnSpc>
                <a:spcPct val="107000"/>
              </a:lnSpc>
              <a:spcAft>
                <a:spcPts val="669"/>
              </a:spcAft>
            </a:pPr>
            <a:r>
              <a:rPr lang="fr-FR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Wordpress</a:t>
            </a:r>
          </a:p>
          <a:p>
            <a:pPr>
              <a:lnSpc>
                <a:spcPct val="107000"/>
              </a:lnSpc>
              <a:spcAft>
                <a:spcPts val="669"/>
              </a:spcAft>
            </a:pPr>
            <a:r>
              <a:rPr lang="fr-FR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SEO</a:t>
            </a:r>
          </a:p>
          <a:p>
            <a:pPr>
              <a:lnSpc>
                <a:spcPct val="107000"/>
              </a:lnSpc>
              <a:spcAft>
                <a:spcPts val="669"/>
              </a:spcAft>
            </a:pPr>
            <a:r>
              <a:rPr lang="fr-FR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Facebook ADS</a:t>
            </a:r>
          </a:p>
          <a:p>
            <a:pPr>
              <a:lnSpc>
                <a:spcPct val="107000"/>
              </a:lnSpc>
              <a:spcAft>
                <a:spcPts val="669"/>
              </a:spcAft>
            </a:pPr>
            <a:r>
              <a:rPr lang="fr-FR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Google ADS</a:t>
            </a:r>
          </a:p>
          <a:p>
            <a:pPr>
              <a:lnSpc>
                <a:spcPct val="107000"/>
              </a:lnSpc>
              <a:spcAft>
                <a:spcPts val="669"/>
              </a:spcAft>
            </a:pPr>
            <a:r>
              <a:rPr lang="fr-MA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Compétence 6</a:t>
            </a:r>
            <a:endParaRPr lang="fr-FR" sz="1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7000"/>
              </a:lnSpc>
              <a:spcAft>
                <a:spcPts val="669"/>
              </a:spcAft>
            </a:pPr>
            <a:r>
              <a:rPr lang="fr-MA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Compétence 7</a:t>
            </a:r>
            <a:endParaRPr lang="fr-FR" sz="1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7000"/>
              </a:lnSpc>
              <a:spcAft>
                <a:spcPts val="669"/>
              </a:spcAft>
            </a:pPr>
            <a:r>
              <a:rPr lang="fr-MA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Compétence 8</a:t>
            </a:r>
            <a:endParaRPr lang="fr-FR" sz="1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25C4E089-9F33-4091-B5C6-08AE4B822B78}"/>
              </a:ext>
            </a:extLst>
          </p:cNvPr>
          <p:cNvSpPr/>
          <p:nvPr/>
        </p:nvSpPr>
        <p:spPr>
          <a:xfrm>
            <a:off x="244678" y="7463044"/>
            <a:ext cx="1810268" cy="6662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669"/>
              </a:spcAft>
            </a:pPr>
            <a:r>
              <a:rPr lang="fr-FR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Anglais : Bilingue</a:t>
            </a:r>
          </a:p>
          <a:p>
            <a:pPr>
              <a:lnSpc>
                <a:spcPct val="107000"/>
              </a:lnSpc>
              <a:spcAft>
                <a:spcPts val="669"/>
              </a:spcAft>
            </a:pPr>
            <a:r>
              <a:rPr lang="fr-FR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Allemand : Courant</a:t>
            </a:r>
          </a:p>
          <a:p>
            <a:pPr>
              <a:lnSpc>
                <a:spcPct val="107000"/>
              </a:lnSpc>
              <a:spcAft>
                <a:spcPts val="669"/>
              </a:spcAft>
            </a:pPr>
            <a:r>
              <a:rPr lang="fr-MA" sz="10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Espagnol : Débutant</a:t>
            </a:r>
            <a:endParaRPr lang="fr-FR" sz="1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9651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314</Words>
  <Application>Microsoft Office PowerPoint</Application>
  <PresentationFormat>A4 Paper (210x297 mm)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Lato</vt:lpstr>
      <vt:lpstr>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Cvexemple.com © Tous droits réservés</dc:title>
  <dc:creator>YOUSSEF BAHLA</dc:creator>
  <cp:keywords>Cvexemple.com © Tous droits réservés</cp:keywords>
  <cp:lastModifiedBy>YOUSSEF BAHLA</cp:lastModifiedBy>
  <cp:revision>59</cp:revision>
  <dcterms:created xsi:type="dcterms:W3CDTF">2015-07-03T12:55:42Z</dcterms:created>
  <dcterms:modified xsi:type="dcterms:W3CDTF">2022-02-22T12:34:00Z</dcterms:modified>
  <cp:category>Cvexemple.com © Tous droits réservés</cp:category>
</cp:coreProperties>
</file>