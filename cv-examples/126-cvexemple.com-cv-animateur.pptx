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4" r:id="rId2"/>
  </p:sldIdLst>
  <p:sldSz cx="7562850" cy="10688638"/>
  <p:notesSz cx="6858000" cy="9144000"/>
  <p:defaultTextStyle>
    <a:defPPr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7">
          <p15:clr>
            <a:srgbClr val="A4A3A4"/>
          </p15:clr>
        </p15:guide>
        <p15:guide id="2" pos="238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D6E7"/>
    <a:srgbClr val="FFFFFF"/>
    <a:srgbClr val="AA7B4C"/>
    <a:srgbClr val="AF7306"/>
    <a:srgbClr val="E9E4DE"/>
    <a:srgbClr val="E8E3DD"/>
    <a:srgbClr val="E0E0E0"/>
    <a:srgbClr val="EBF3FF"/>
    <a:srgbClr val="C8C2F6"/>
    <a:srgbClr val="409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napToObjects="1">
      <p:cViewPr varScale="1">
        <p:scale>
          <a:sx n="45" d="100"/>
          <a:sy n="45" d="100"/>
        </p:scale>
        <p:origin x="2244" y="42"/>
      </p:cViewPr>
      <p:guideLst>
        <p:guide orient="horz" pos="3367"/>
        <p:guide pos="238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AD0CD6-33B9-42D7-9126-B5F2C4AC1F1B}" type="datetimeFigureOut">
              <a:rPr lang="fr-FR" smtClean="0"/>
              <a:t>19/06/2020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6800" y="1143000"/>
            <a:ext cx="2184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239201-4608-4D79-9799-D8CCE7B1E9F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961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Cvexemple.com © Tous droits réservés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39201-4608-4D79-9799-D8CCE7B1E9F4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5774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67214" y="3320407"/>
            <a:ext cx="6428423" cy="2291129"/>
          </a:xfrm>
        </p:spPr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34428" y="6056895"/>
            <a:ext cx="5293995" cy="273154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19/06/2020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6680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19/06/2020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4734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97413" y="6868441"/>
            <a:ext cx="6428423" cy="212288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97413" y="4530301"/>
            <a:ext cx="6428423" cy="23381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19/06/2020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0993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12493" y="3887003"/>
            <a:ext cx="2752037" cy="1099544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190577" y="3887003"/>
            <a:ext cx="2752037" cy="1099544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19/06/2020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692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8143" y="428041"/>
            <a:ext cx="6806565" cy="178144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78143" y="2392573"/>
            <a:ext cx="3341572" cy="9971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78143" y="3389684"/>
            <a:ext cx="3341572" cy="6158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841823" y="2392573"/>
            <a:ext cx="3342885" cy="9971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841823" y="3389684"/>
            <a:ext cx="3342885" cy="6158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19/06/2020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1791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19/06/2020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383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19/06/2020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7158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8143" y="425566"/>
            <a:ext cx="2488126" cy="18111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956864" y="425567"/>
            <a:ext cx="4227843" cy="912245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78143" y="2236697"/>
            <a:ext cx="2488126" cy="731132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19/06/2020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4443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82372" y="7482047"/>
            <a:ext cx="4537710" cy="88329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482372" y="955049"/>
            <a:ext cx="4537710" cy="641318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482372" y="8365344"/>
            <a:ext cx="4537710" cy="125443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19/06/2020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69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19/06/2020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7021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535084" y="668040"/>
            <a:ext cx="1407530" cy="14214405"/>
          </a:xfrm>
        </p:spPr>
        <p:txBody>
          <a:bodyPr vert="eaVert"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12493" y="668040"/>
            <a:ext cx="4096544" cy="1421440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19/06/2020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6750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78143" y="428041"/>
            <a:ext cx="6806565" cy="17814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78143" y="2494016"/>
            <a:ext cx="6806565" cy="7054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78143" y="9906785"/>
            <a:ext cx="1764665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6A27C-E2F9-C140-AA96-063441F5E1DC}" type="datetimeFigureOut">
              <a:rPr lang="fr-FR" smtClean="0"/>
              <a:t>19/06/2020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583974" y="9906785"/>
            <a:ext cx="2394903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5420043" y="9906785"/>
            <a:ext cx="1764665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5495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3.wdp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8.png"/><Relationship Id="rId17" Type="http://schemas.microsoft.com/office/2007/relationships/hdphoto" Target="../media/hdphoto5.wdp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microsoft.com/office/2007/relationships/hdphoto" Target="../media/hdphoto2.wdp"/><Relationship Id="rId5" Type="http://schemas.openxmlformats.org/officeDocument/2006/relationships/image" Target="../media/image3.png"/><Relationship Id="rId15" Type="http://schemas.microsoft.com/office/2007/relationships/hdphoto" Target="../media/hdphoto4.wdp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microsoft.com/office/2007/relationships/hdphoto" Target="../media/hdphoto1.wdp"/><Relationship Id="rId1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8CB7ADC0-7253-4B90-8B10-4A7B9DC4870C}"/>
              </a:ext>
            </a:extLst>
          </p:cNvPr>
          <p:cNvSpPr/>
          <p:nvPr/>
        </p:nvSpPr>
        <p:spPr>
          <a:xfrm>
            <a:off x="1" y="0"/>
            <a:ext cx="2661648" cy="10688638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753742B-44F5-4B54-9866-68260BE1A7DD}"/>
              </a:ext>
            </a:extLst>
          </p:cNvPr>
          <p:cNvGrpSpPr/>
          <p:nvPr/>
        </p:nvGrpSpPr>
        <p:grpSpPr>
          <a:xfrm>
            <a:off x="181834" y="2377509"/>
            <a:ext cx="2294080" cy="1232983"/>
            <a:chOff x="181834" y="2377509"/>
            <a:chExt cx="2294080" cy="123298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D779A4F-B83C-4810-8887-AB4698CD80BA}"/>
                </a:ext>
              </a:extLst>
            </p:cNvPr>
            <p:cNvSpPr/>
            <p:nvPr/>
          </p:nvSpPr>
          <p:spPr>
            <a:xfrm>
              <a:off x="191274" y="2377509"/>
              <a:ext cx="2284640" cy="4721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fr-FR" sz="4000" b="1" dirty="0">
                  <a:solidFill>
                    <a:schemeClr val="tx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BAHLA</a:t>
              </a:r>
              <a:endParaRPr lang="fr-FR" sz="400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53B4F16-A1AB-4E3F-9F38-4970075BC698}"/>
                </a:ext>
              </a:extLst>
            </p:cNvPr>
            <p:cNvSpPr/>
            <p:nvPr/>
          </p:nvSpPr>
          <p:spPr>
            <a:xfrm>
              <a:off x="191274" y="2836341"/>
              <a:ext cx="2284640" cy="4721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fr-FR" sz="4000" b="1" dirty="0">
                  <a:solidFill>
                    <a:schemeClr val="tx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JOSEPH</a:t>
              </a:r>
              <a:endParaRPr lang="fr-FR" sz="400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585C9E6-1A59-4A56-A1DD-6B109BB43E62}"/>
                </a:ext>
              </a:extLst>
            </p:cNvPr>
            <p:cNvSpPr/>
            <p:nvPr/>
          </p:nvSpPr>
          <p:spPr>
            <a:xfrm>
              <a:off x="181834" y="3357953"/>
              <a:ext cx="2284640" cy="252539"/>
            </a:xfrm>
            <a:custGeom>
              <a:avLst/>
              <a:gdLst>
                <a:gd name="connsiteX0" fmla="*/ 125553 w 3008324"/>
                <a:gd name="connsiteY0" fmla="*/ 0 h 252539"/>
                <a:gd name="connsiteX1" fmla="*/ 127877 w 3008324"/>
                <a:gd name="connsiteY1" fmla="*/ 469 h 252539"/>
                <a:gd name="connsiteX2" fmla="*/ 127877 w 3008324"/>
                <a:gd name="connsiteY2" fmla="*/ 0 h 252539"/>
                <a:gd name="connsiteX3" fmla="*/ 2890028 w 3008324"/>
                <a:gd name="connsiteY3" fmla="*/ 0 h 252539"/>
                <a:gd name="connsiteX4" fmla="*/ 2890028 w 3008324"/>
                <a:gd name="connsiteY4" fmla="*/ 2898 h 252539"/>
                <a:gd name="connsiteX5" fmla="*/ 2931642 w 3008324"/>
                <a:gd name="connsiteY5" fmla="*/ 11300 h 252539"/>
                <a:gd name="connsiteX6" fmla="*/ 3008324 w 3008324"/>
                <a:gd name="connsiteY6" fmla="*/ 126986 h 252539"/>
                <a:gd name="connsiteX7" fmla="*/ 2931642 w 3008324"/>
                <a:gd name="connsiteY7" fmla="*/ 242673 h 252539"/>
                <a:gd name="connsiteX8" fmla="*/ 2890028 w 3008324"/>
                <a:gd name="connsiteY8" fmla="*/ 251074 h 252539"/>
                <a:gd name="connsiteX9" fmla="*/ 2890028 w 3008324"/>
                <a:gd name="connsiteY9" fmla="*/ 251105 h 252539"/>
                <a:gd name="connsiteX10" fmla="*/ 2889874 w 3008324"/>
                <a:gd name="connsiteY10" fmla="*/ 251105 h 252539"/>
                <a:gd name="connsiteX11" fmla="*/ 2882771 w 3008324"/>
                <a:gd name="connsiteY11" fmla="*/ 252539 h 252539"/>
                <a:gd name="connsiteX12" fmla="*/ 2875668 w 3008324"/>
                <a:gd name="connsiteY12" fmla="*/ 251105 h 252539"/>
                <a:gd name="connsiteX13" fmla="*/ 127877 w 3008324"/>
                <a:gd name="connsiteY13" fmla="*/ 251105 h 252539"/>
                <a:gd name="connsiteX14" fmla="*/ 127877 w 3008324"/>
                <a:gd name="connsiteY14" fmla="*/ 250637 h 252539"/>
                <a:gd name="connsiteX15" fmla="*/ 125553 w 3008324"/>
                <a:gd name="connsiteY15" fmla="*/ 251106 h 252539"/>
                <a:gd name="connsiteX16" fmla="*/ 0 w 3008324"/>
                <a:gd name="connsiteY16" fmla="*/ 125553 h 252539"/>
                <a:gd name="connsiteX17" fmla="*/ 125553 w 3008324"/>
                <a:gd name="connsiteY17" fmla="*/ 0 h 252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008324" h="252539">
                  <a:moveTo>
                    <a:pt x="125553" y="0"/>
                  </a:moveTo>
                  <a:lnTo>
                    <a:pt x="127877" y="469"/>
                  </a:lnTo>
                  <a:lnTo>
                    <a:pt x="127877" y="0"/>
                  </a:lnTo>
                  <a:lnTo>
                    <a:pt x="2890028" y="0"/>
                  </a:lnTo>
                  <a:lnTo>
                    <a:pt x="2890028" y="2898"/>
                  </a:lnTo>
                  <a:lnTo>
                    <a:pt x="2931642" y="11300"/>
                  </a:lnTo>
                  <a:cubicBezTo>
                    <a:pt x="2976705" y="30360"/>
                    <a:pt x="3008324" y="74980"/>
                    <a:pt x="3008324" y="126986"/>
                  </a:cubicBezTo>
                  <a:cubicBezTo>
                    <a:pt x="3008324" y="178992"/>
                    <a:pt x="2976705" y="223612"/>
                    <a:pt x="2931642" y="242673"/>
                  </a:cubicBezTo>
                  <a:lnTo>
                    <a:pt x="2890028" y="251074"/>
                  </a:lnTo>
                  <a:lnTo>
                    <a:pt x="2890028" y="251105"/>
                  </a:lnTo>
                  <a:lnTo>
                    <a:pt x="2889874" y="251105"/>
                  </a:lnTo>
                  <a:lnTo>
                    <a:pt x="2882771" y="252539"/>
                  </a:lnTo>
                  <a:lnTo>
                    <a:pt x="2875668" y="251105"/>
                  </a:lnTo>
                  <a:lnTo>
                    <a:pt x="127877" y="251105"/>
                  </a:lnTo>
                  <a:lnTo>
                    <a:pt x="127877" y="250637"/>
                  </a:lnTo>
                  <a:lnTo>
                    <a:pt x="125553" y="251106"/>
                  </a:lnTo>
                  <a:cubicBezTo>
                    <a:pt x="56212" y="251106"/>
                    <a:pt x="0" y="194894"/>
                    <a:pt x="0" y="125553"/>
                  </a:cubicBezTo>
                  <a:cubicBezTo>
                    <a:pt x="0" y="56212"/>
                    <a:pt x="56212" y="0"/>
                    <a:pt x="125553" y="0"/>
                  </a:cubicBezTo>
                  <a:close/>
                </a:path>
              </a:pathLst>
            </a:custGeom>
            <a:noFill/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TITRE DU POSTE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6C09384E-A0E3-48FC-A601-2208D65491C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-15533"/>
            <a:ext cx="2661648" cy="2257740"/>
          </a:xfrm>
          <a:prstGeom prst="rect">
            <a:avLst/>
          </a:prstGeom>
          <a:ln w="31750">
            <a:noFill/>
          </a:ln>
        </p:spPr>
      </p:pic>
      <p:sp>
        <p:nvSpPr>
          <p:cNvPr id="10" name="Text Box 5">
            <a:extLst>
              <a:ext uri="{FF2B5EF4-FFF2-40B4-BE49-F238E27FC236}">
                <a16:creationId xmlns:a16="http://schemas.microsoft.com/office/drawing/2014/main" id="{7EC5C4F2-C0DF-4EB6-BE6D-CE996AF245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6729" y="553250"/>
            <a:ext cx="4494847" cy="95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r>
              <a:rPr lang="fr-FR" sz="1600" dirty="0">
                <a:solidFill>
                  <a:schemeClr val="tx1">
                    <a:lumMod val="85000"/>
                    <a:lumOff val="1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Décrivez en quelques lignes votre parcours professionnel, vos compétences clés pour le poste et vos objectifs de carrière. Ceci est en fait une introduction à votre lettre de motivation.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11C3CE-B4A8-4EAA-893F-FF5F8B907C6E}"/>
              </a:ext>
            </a:extLst>
          </p:cNvPr>
          <p:cNvSpPr/>
          <p:nvPr/>
        </p:nvSpPr>
        <p:spPr>
          <a:xfrm>
            <a:off x="2876729" y="268559"/>
            <a:ext cx="23895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spc="125" dirty="0">
                <a:ea typeface="Open Sans" panose="020B0606030504020204" pitchFamily="34" charset="0"/>
                <a:cs typeface="Open Sans" panose="020B0606030504020204" pitchFamily="34" charset="0"/>
              </a:rPr>
              <a:t>À PROPOS DE MOI</a:t>
            </a:r>
            <a:endParaRPr lang="en-US" sz="2000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794A79-1FEC-4044-9611-5CD8EA050B59}"/>
              </a:ext>
            </a:extLst>
          </p:cNvPr>
          <p:cNvSpPr/>
          <p:nvPr/>
        </p:nvSpPr>
        <p:spPr>
          <a:xfrm>
            <a:off x="501386" y="3810501"/>
            <a:ext cx="2361401" cy="2525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400" dirty="0">
                <a:solidFill>
                  <a:srgbClr val="1C2125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22ans, Célibataire 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C47A27B-81FE-49B0-919B-5AD25754B7C3}"/>
              </a:ext>
            </a:extLst>
          </p:cNvPr>
          <p:cNvGrpSpPr/>
          <p:nvPr/>
        </p:nvGrpSpPr>
        <p:grpSpPr>
          <a:xfrm>
            <a:off x="2876729" y="1868567"/>
            <a:ext cx="4633243" cy="4759386"/>
            <a:chOff x="2876729" y="1868567"/>
            <a:chExt cx="4633243" cy="475938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DC15750-633C-4E84-9A30-E84F534325BB}"/>
                </a:ext>
              </a:extLst>
            </p:cNvPr>
            <p:cNvSpPr/>
            <p:nvPr/>
          </p:nvSpPr>
          <p:spPr>
            <a:xfrm>
              <a:off x="2876729" y="1868567"/>
              <a:ext cx="4633243" cy="377992"/>
            </a:xfrm>
            <a:custGeom>
              <a:avLst/>
              <a:gdLst>
                <a:gd name="connsiteX0" fmla="*/ 188042 w 3659683"/>
                <a:gd name="connsiteY0" fmla="*/ 0 h 377992"/>
                <a:gd name="connsiteX1" fmla="*/ 206969 w 3659683"/>
                <a:gd name="connsiteY1" fmla="*/ 1908 h 377992"/>
                <a:gd name="connsiteX2" fmla="*/ 1181941 w 3659683"/>
                <a:gd name="connsiteY2" fmla="*/ 1908 h 377992"/>
                <a:gd name="connsiteX3" fmla="*/ 1200868 w 3659683"/>
                <a:gd name="connsiteY3" fmla="*/ 0 h 377992"/>
                <a:gd name="connsiteX4" fmla="*/ 1219795 w 3659683"/>
                <a:gd name="connsiteY4" fmla="*/ 1908 h 377992"/>
                <a:gd name="connsiteX5" fmla="*/ 2455302 w 3659683"/>
                <a:gd name="connsiteY5" fmla="*/ 1908 h 377992"/>
                <a:gd name="connsiteX6" fmla="*/ 2458815 w 3659683"/>
                <a:gd name="connsiteY6" fmla="*/ 1908 h 377992"/>
                <a:gd name="connsiteX7" fmla="*/ 3468128 w 3659683"/>
                <a:gd name="connsiteY7" fmla="*/ 1908 h 377992"/>
                <a:gd name="connsiteX8" fmla="*/ 3468128 w 3659683"/>
                <a:gd name="connsiteY8" fmla="*/ 2262 h 377992"/>
                <a:gd name="connsiteX9" fmla="*/ 3471641 w 3659683"/>
                <a:gd name="connsiteY9" fmla="*/ 1908 h 377992"/>
                <a:gd name="connsiteX10" fmla="*/ 3659683 w 3659683"/>
                <a:gd name="connsiteY10" fmla="*/ 189950 h 377992"/>
                <a:gd name="connsiteX11" fmla="*/ 3471641 w 3659683"/>
                <a:gd name="connsiteY11" fmla="*/ 377992 h 377992"/>
                <a:gd name="connsiteX12" fmla="*/ 3468128 w 3659683"/>
                <a:gd name="connsiteY12" fmla="*/ 377638 h 377992"/>
                <a:gd name="connsiteX13" fmla="*/ 3468128 w 3659683"/>
                <a:gd name="connsiteY13" fmla="*/ 377992 h 377992"/>
                <a:gd name="connsiteX14" fmla="*/ 2458815 w 3659683"/>
                <a:gd name="connsiteY14" fmla="*/ 377992 h 377992"/>
                <a:gd name="connsiteX15" fmla="*/ 2455302 w 3659683"/>
                <a:gd name="connsiteY15" fmla="*/ 377992 h 377992"/>
                <a:gd name="connsiteX16" fmla="*/ 1196877 w 3659683"/>
                <a:gd name="connsiteY16" fmla="*/ 377992 h 377992"/>
                <a:gd name="connsiteX17" fmla="*/ 184051 w 3659683"/>
                <a:gd name="connsiteY17" fmla="*/ 377992 h 377992"/>
                <a:gd name="connsiteX18" fmla="*/ 184051 w 3659683"/>
                <a:gd name="connsiteY18" fmla="*/ 375682 h 377992"/>
                <a:gd name="connsiteX19" fmla="*/ 150145 w 3659683"/>
                <a:gd name="connsiteY19" fmla="*/ 372264 h 377992"/>
                <a:gd name="connsiteX20" fmla="*/ 0 w 3659683"/>
                <a:gd name="connsiteY20" fmla="*/ 188042 h 377992"/>
                <a:gd name="connsiteX21" fmla="*/ 188042 w 3659683"/>
                <a:gd name="connsiteY21" fmla="*/ 0 h 377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659683" h="377992">
                  <a:moveTo>
                    <a:pt x="188042" y="0"/>
                  </a:moveTo>
                  <a:lnTo>
                    <a:pt x="206969" y="1908"/>
                  </a:lnTo>
                  <a:lnTo>
                    <a:pt x="1181941" y="1908"/>
                  </a:lnTo>
                  <a:lnTo>
                    <a:pt x="1200868" y="0"/>
                  </a:lnTo>
                  <a:lnTo>
                    <a:pt x="1219795" y="1908"/>
                  </a:lnTo>
                  <a:lnTo>
                    <a:pt x="2455302" y="1908"/>
                  </a:lnTo>
                  <a:lnTo>
                    <a:pt x="2458815" y="1908"/>
                  </a:lnTo>
                  <a:lnTo>
                    <a:pt x="3468128" y="1908"/>
                  </a:lnTo>
                  <a:lnTo>
                    <a:pt x="3468128" y="2262"/>
                  </a:lnTo>
                  <a:lnTo>
                    <a:pt x="3471641" y="1908"/>
                  </a:lnTo>
                  <a:cubicBezTo>
                    <a:pt x="3575494" y="1908"/>
                    <a:pt x="3659683" y="86097"/>
                    <a:pt x="3659683" y="189950"/>
                  </a:cubicBezTo>
                  <a:cubicBezTo>
                    <a:pt x="3659683" y="293803"/>
                    <a:pt x="3575494" y="377992"/>
                    <a:pt x="3471641" y="377992"/>
                  </a:cubicBezTo>
                  <a:lnTo>
                    <a:pt x="3468128" y="377638"/>
                  </a:lnTo>
                  <a:lnTo>
                    <a:pt x="3468128" y="377992"/>
                  </a:lnTo>
                  <a:lnTo>
                    <a:pt x="2458815" y="377992"/>
                  </a:lnTo>
                  <a:lnTo>
                    <a:pt x="2455302" y="377992"/>
                  </a:lnTo>
                  <a:lnTo>
                    <a:pt x="1196877" y="377992"/>
                  </a:lnTo>
                  <a:lnTo>
                    <a:pt x="184051" y="377992"/>
                  </a:lnTo>
                  <a:lnTo>
                    <a:pt x="184051" y="375682"/>
                  </a:lnTo>
                  <a:lnTo>
                    <a:pt x="150145" y="372264"/>
                  </a:lnTo>
                  <a:cubicBezTo>
                    <a:pt x="64457" y="354730"/>
                    <a:pt x="0" y="278914"/>
                    <a:pt x="0" y="188042"/>
                  </a:cubicBezTo>
                  <a:cubicBezTo>
                    <a:pt x="0" y="84189"/>
                    <a:pt x="84189" y="0"/>
                    <a:pt x="188042" y="0"/>
                  </a:cubicBezTo>
                  <a:close/>
                </a:path>
              </a:pathLst>
            </a:cu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fr-FR" sz="2000" b="1" spc="125" dirty="0">
                  <a:solidFill>
                    <a:schemeClr val="tx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EXPERIENCES PROFESSIONNELLES</a:t>
              </a:r>
            </a:p>
          </p:txBody>
        </p:sp>
        <p:sp>
          <p:nvSpPr>
            <p:cNvPr id="15" name="Subtitle 2">
              <a:extLst>
                <a:ext uri="{FF2B5EF4-FFF2-40B4-BE49-F238E27FC236}">
                  <a16:creationId xmlns:a16="http://schemas.microsoft.com/office/drawing/2014/main" id="{00C23BF6-9216-4461-8551-178E3548F797}"/>
                </a:ext>
              </a:extLst>
            </p:cNvPr>
            <p:cNvSpPr/>
            <p:nvPr/>
          </p:nvSpPr>
          <p:spPr>
            <a:xfrm>
              <a:off x="2892518" y="2276253"/>
              <a:ext cx="4479058" cy="435170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0">
              <a:noAutofit/>
            </a:bodyPr>
            <a:lstStyle/>
            <a:p>
              <a:pPr lvl="0" algn="just"/>
              <a:r>
                <a:rPr lang="fr-FR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NOM ENTREPRISE | MOIS 2017 – MOIS 2017</a:t>
              </a:r>
              <a:endParaRPr lang="fr-FR" sz="1400" dirty="0">
                <a:solidFill>
                  <a:schemeClr val="tx1">
                    <a:lumMod val="85000"/>
                    <a:lumOff val="1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just">
                <a:spcAft>
                  <a:spcPts val="0"/>
                </a:spcAft>
              </a:pPr>
              <a:r>
                <a:rPr lang="fr-F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Titre du poste</a:t>
              </a:r>
              <a:r>
                <a:rPr lang="fr-FR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 : </a:t>
              </a:r>
              <a:r>
                <a:rPr lang="fr-F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Décrivez ici les fonctions que vous avez occupé pour ce poste. Décrivez également vos missions et les résultats que vous avez obtenu.</a:t>
              </a:r>
            </a:p>
            <a:p>
              <a:pPr lvl="0" algn="just"/>
              <a:endParaRPr lang="fr-FR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lvl="0" algn="just"/>
              <a:r>
                <a:rPr lang="fr-FR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NOM ENTREPRISE | MOIS 2017 – MOIS 2017</a:t>
              </a:r>
              <a:endParaRPr lang="fr-FR" sz="1400" dirty="0">
                <a:solidFill>
                  <a:schemeClr val="tx1">
                    <a:lumMod val="85000"/>
                    <a:lumOff val="1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just"/>
              <a:r>
                <a:rPr lang="fr-F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Titre du poste : </a:t>
              </a:r>
              <a:r>
                <a:rPr lang="fr-F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Décrivez ici les fonctions que vous avez occupé pour ce poste. Décrivez également vos missions et les résultats que vous avez obtenu.</a:t>
              </a:r>
            </a:p>
            <a:p>
              <a:pPr lvl="0" algn="just"/>
              <a:endParaRPr lang="fr-FR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lvl="0" algn="just"/>
              <a:r>
                <a:rPr lang="fr-FR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NOM ENTREPRISE | MOIS 2017 – MOIS 2017</a:t>
              </a:r>
              <a:endParaRPr lang="fr-FR" sz="1200" dirty="0">
                <a:solidFill>
                  <a:schemeClr val="tx1">
                    <a:lumMod val="85000"/>
                    <a:lumOff val="1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just">
                <a:spcAft>
                  <a:spcPts val="0"/>
                </a:spcAft>
              </a:pPr>
              <a:r>
                <a:rPr lang="fr-F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Titre du poste : </a:t>
              </a:r>
              <a:r>
                <a:rPr lang="fr-F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Décrivez ici les fonctions que vous avez occupé pour ce poste. Décrivez également vos missions et les résultats que vous avez obtenu. </a:t>
              </a:r>
            </a:p>
            <a:p>
              <a:pPr marL="268288" algn="just">
                <a:spcAft>
                  <a:spcPts val="0"/>
                </a:spcAft>
              </a:pPr>
              <a:endParaRPr lang="fr-FR" sz="2000" dirty="0">
                <a:solidFill>
                  <a:schemeClr val="tx1">
                    <a:lumMod val="85000"/>
                    <a:lumOff val="1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lvl="0" algn="just"/>
              <a:r>
                <a:rPr lang="fr-FR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NOM ENTREPRISE | MOIS 2017 – MOIS 2017</a:t>
              </a:r>
              <a:endParaRPr lang="fr-FR" sz="1200" dirty="0">
                <a:solidFill>
                  <a:schemeClr val="tx1">
                    <a:lumMod val="85000"/>
                    <a:lumOff val="1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just"/>
              <a:r>
                <a:rPr lang="fr-F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Titre du poste : </a:t>
              </a:r>
              <a:r>
                <a:rPr lang="fr-F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Décrivez ici les fonctions que vous avez occupé pour ce poste. Décrivez également vos missions et les résultats que vous avez obtenu. 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051576-4111-48D0-B76E-9AB2BA93ED31}"/>
              </a:ext>
            </a:extLst>
          </p:cNvPr>
          <p:cNvGrpSpPr/>
          <p:nvPr/>
        </p:nvGrpSpPr>
        <p:grpSpPr>
          <a:xfrm>
            <a:off x="2853677" y="7036664"/>
            <a:ext cx="4578255" cy="2308927"/>
            <a:chOff x="2853677" y="7036664"/>
            <a:chExt cx="4578255" cy="2308927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FBEFA65-328D-484C-9590-AC0A4B8885E4}"/>
                </a:ext>
              </a:extLst>
            </p:cNvPr>
            <p:cNvSpPr/>
            <p:nvPr/>
          </p:nvSpPr>
          <p:spPr>
            <a:xfrm>
              <a:off x="2853677" y="7036664"/>
              <a:ext cx="3659683" cy="377992"/>
            </a:xfrm>
            <a:custGeom>
              <a:avLst/>
              <a:gdLst>
                <a:gd name="connsiteX0" fmla="*/ 188042 w 3659683"/>
                <a:gd name="connsiteY0" fmla="*/ 0 h 377992"/>
                <a:gd name="connsiteX1" fmla="*/ 206969 w 3659683"/>
                <a:gd name="connsiteY1" fmla="*/ 1908 h 377992"/>
                <a:gd name="connsiteX2" fmla="*/ 1181941 w 3659683"/>
                <a:gd name="connsiteY2" fmla="*/ 1908 h 377992"/>
                <a:gd name="connsiteX3" fmla="*/ 1200868 w 3659683"/>
                <a:gd name="connsiteY3" fmla="*/ 0 h 377992"/>
                <a:gd name="connsiteX4" fmla="*/ 1219795 w 3659683"/>
                <a:gd name="connsiteY4" fmla="*/ 1908 h 377992"/>
                <a:gd name="connsiteX5" fmla="*/ 2455302 w 3659683"/>
                <a:gd name="connsiteY5" fmla="*/ 1908 h 377992"/>
                <a:gd name="connsiteX6" fmla="*/ 2458815 w 3659683"/>
                <a:gd name="connsiteY6" fmla="*/ 1908 h 377992"/>
                <a:gd name="connsiteX7" fmla="*/ 3468128 w 3659683"/>
                <a:gd name="connsiteY7" fmla="*/ 1908 h 377992"/>
                <a:gd name="connsiteX8" fmla="*/ 3468128 w 3659683"/>
                <a:gd name="connsiteY8" fmla="*/ 2262 h 377992"/>
                <a:gd name="connsiteX9" fmla="*/ 3471641 w 3659683"/>
                <a:gd name="connsiteY9" fmla="*/ 1908 h 377992"/>
                <a:gd name="connsiteX10" fmla="*/ 3659683 w 3659683"/>
                <a:gd name="connsiteY10" fmla="*/ 189950 h 377992"/>
                <a:gd name="connsiteX11" fmla="*/ 3471641 w 3659683"/>
                <a:gd name="connsiteY11" fmla="*/ 377992 h 377992"/>
                <a:gd name="connsiteX12" fmla="*/ 3468128 w 3659683"/>
                <a:gd name="connsiteY12" fmla="*/ 377638 h 377992"/>
                <a:gd name="connsiteX13" fmla="*/ 3468128 w 3659683"/>
                <a:gd name="connsiteY13" fmla="*/ 377992 h 377992"/>
                <a:gd name="connsiteX14" fmla="*/ 2458815 w 3659683"/>
                <a:gd name="connsiteY14" fmla="*/ 377992 h 377992"/>
                <a:gd name="connsiteX15" fmla="*/ 2455302 w 3659683"/>
                <a:gd name="connsiteY15" fmla="*/ 377992 h 377992"/>
                <a:gd name="connsiteX16" fmla="*/ 1196877 w 3659683"/>
                <a:gd name="connsiteY16" fmla="*/ 377992 h 377992"/>
                <a:gd name="connsiteX17" fmla="*/ 184051 w 3659683"/>
                <a:gd name="connsiteY17" fmla="*/ 377992 h 377992"/>
                <a:gd name="connsiteX18" fmla="*/ 184051 w 3659683"/>
                <a:gd name="connsiteY18" fmla="*/ 375682 h 377992"/>
                <a:gd name="connsiteX19" fmla="*/ 150145 w 3659683"/>
                <a:gd name="connsiteY19" fmla="*/ 372264 h 377992"/>
                <a:gd name="connsiteX20" fmla="*/ 0 w 3659683"/>
                <a:gd name="connsiteY20" fmla="*/ 188042 h 377992"/>
                <a:gd name="connsiteX21" fmla="*/ 188042 w 3659683"/>
                <a:gd name="connsiteY21" fmla="*/ 0 h 377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659683" h="377992">
                  <a:moveTo>
                    <a:pt x="188042" y="0"/>
                  </a:moveTo>
                  <a:lnTo>
                    <a:pt x="206969" y="1908"/>
                  </a:lnTo>
                  <a:lnTo>
                    <a:pt x="1181941" y="1908"/>
                  </a:lnTo>
                  <a:lnTo>
                    <a:pt x="1200868" y="0"/>
                  </a:lnTo>
                  <a:lnTo>
                    <a:pt x="1219795" y="1908"/>
                  </a:lnTo>
                  <a:lnTo>
                    <a:pt x="2455302" y="1908"/>
                  </a:lnTo>
                  <a:lnTo>
                    <a:pt x="2458815" y="1908"/>
                  </a:lnTo>
                  <a:lnTo>
                    <a:pt x="3468128" y="1908"/>
                  </a:lnTo>
                  <a:lnTo>
                    <a:pt x="3468128" y="2262"/>
                  </a:lnTo>
                  <a:lnTo>
                    <a:pt x="3471641" y="1908"/>
                  </a:lnTo>
                  <a:cubicBezTo>
                    <a:pt x="3575494" y="1908"/>
                    <a:pt x="3659683" y="86097"/>
                    <a:pt x="3659683" y="189950"/>
                  </a:cubicBezTo>
                  <a:cubicBezTo>
                    <a:pt x="3659683" y="293803"/>
                    <a:pt x="3575494" y="377992"/>
                    <a:pt x="3471641" y="377992"/>
                  </a:cubicBezTo>
                  <a:lnTo>
                    <a:pt x="3468128" y="377638"/>
                  </a:lnTo>
                  <a:lnTo>
                    <a:pt x="3468128" y="377992"/>
                  </a:lnTo>
                  <a:lnTo>
                    <a:pt x="2458815" y="377992"/>
                  </a:lnTo>
                  <a:lnTo>
                    <a:pt x="2455302" y="377992"/>
                  </a:lnTo>
                  <a:lnTo>
                    <a:pt x="1196877" y="377992"/>
                  </a:lnTo>
                  <a:lnTo>
                    <a:pt x="184051" y="377992"/>
                  </a:lnTo>
                  <a:lnTo>
                    <a:pt x="184051" y="375682"/>
                  </a:lnTo>
                  <a:lnTo>
                    <a:pt x="150145" y="372264"/>
                  </a:lnTo>
                  <a:cubicBezTo>
                    <a:pt x="64457" y="354730"/>
                    <a:pt x="0" y="278914"/>
                    <a:pt x="0" y="188042"/>
                  </a:cubicBezTo>
                  <a:cubicBezTo>
                    <a:pt x="0" y="84189"/>
                    <a:pt x="84189" y="0"/>
                    <a:pt x="188042" y="0"/>
                  </a:cubicBezTo>
                  <a:close/>
                </a:path>
              </a:pathLst>
            </a:cu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fr-FR" sz="2000" b="1" spc="125" dirty="0">
                  <a:solidFill>
                    <a:schemeClr val="tx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FORMATIONS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7A3A0E0-7118-4068-8DD3-78A9AFB958C1}"/>
                </a:ext>
              </a:extLst>
            </p:cNvPr>
            <p:cNvSpPr/>
            <p:nvPr/>
          </p:nvSpPr>
          <p:spPr>
            <a:xfrm>
              <a:off x="2876729" y="7498932"/>
              <a:ext cx="4555203" cy="18466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85800">
                <a:defRPr/>
              </a:pPr>
              <a:r>
                <a:rPr lang="fr-FR" sz="1400" b="1" dirty="0">
                  <a:ea typeface="Open Sans" panose="020B0606030504020204" pitchFamily="34" charset="0"/>
                  <a:cs typeface="Open Sans" panose="020B0606030504020204" pitchFamily="34" charset="0"/>
                </a:rPr>
                <a:t>2012 </a:t>
              </a:r>
              <a:r>
                <a:rPr lang="mr-IN" sz="1400" b="1" dirty="0">
                  <a:ea typeface="Open Sans" panose="020B0606030504020204" pitchFamily="34" charset="0"/>
                </a:rPr>
                <a:t>–</a:t>
              </a:r>
              <a:r>
                <a:rPr lang="fr-FR" sz="1400" b="1" dirty="0">
                  <a:ea typeface="Open Sans" panose="020B0606030504020204" pitchFamily="34" charset="0"/>
                  <a:cs typeface="Open Sans" panose="020B0606030504020204" pitchFamily="34" charset="0"/>
                </a:rPr>
                <a:t> DIPLÔME – UNIVERSITÉ</a:t>
              </a:r>
            </a:p>
            <a:p>
              <a:pPr algn="just" defTabSz="685800">
                <a:defRPr/>
              </a:pPr>
              <a:r>
                <a:rPr lang="fr-FR" sz="1400" dirty="0">
                  <a:ea typeface="Open Sans" panose="020B0606030504020204" pitchFamily="34" charset="0"/>
                  <a:cs typeface="Open Sans" panose="020B0606030504020204" pitchFamily="34" charset="0"/>
                </a:rPr>
                <a:t>Décrivez en une ligne les objectifs et les spécialités de cette formation. Inscrivez votre mention si vous en avez eu une.</a:t>
              </a:r>
            </a:p>
            <a:p>
              <a:pPr algn="just" defTabSz="685800">
                <a:defRPr/>
              </a:pPr>
              <a:endParaRPr lang="fr-FR" sz="2000" dirty="0"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just" defTabSz="685800">
                <a:defRPr/>
              </a:pPr>
              <a:r>
                <a:rPr lang="fr-FR" sz="1400" b="1" dirty="0">
                  <a:ea typeface="Open Sans" panose="020B0606030504020204" pitchFamily="34" charset="0"/>
                  <a:cs typeface="Open Sans" panose="020B0606030504020204" pitchFamily="34" charset="0"/>
                </a:rPr>
                <a:t>2012 </a:t>
              </a:r>
              <a:r>
                <a:rPr lang="mr-IN" sz="1400" b="1" dirty="0">
                  <a:ea typeface="Open Sans" panose="020B0606030504020204" pitchFamily="34" charset="0"/>
                </a:rPr>
                <a:t>–</a:t>
              </a:r>
              <a:r>
                <a:rPr lang="fr-FR" sz="1400" b="1" dirty="0">
                  <a:ea typeface="Open Sans" panose="020B0606030504020204" pitchFamily="34" charset="0"/>
                  <a:cs typeface="Open Sans" panose="020B0606030504020204" pitchFamily="34" charset="0"/>
                </a:rPr>
                <a:t> DIPLÔME – UNIVERSITÉ</a:t>
              </a:r>
            </a:p>
            <a:p>
              <a:pPr algn="just" defTabSz="685800">
                <a:defRPr/>
              </a:pPr>
              <a:r>
                <a:rPr lang="fr-FR" sz="1400" dirty="0">
                  <a:ea typeface="Open Sans" panose="020B0606030504020204" pitchFamily="34" charset="0"/>
                  <a:cs typeface="Open Sans" panose="020B0606030504020204" pitchFamily="34" charset="0"/>
                </a:rPr>
                <a:t>Décrivez en une ligne les objectifs et les spécialités de cette formation. Inscrivez votre mention si vous en avez eu une.</a:t>
              </a:r>
            </a:p>
            <a:p>
              <a:pPr algn="just" defTabSz="685800">
                <a:defRPr/>
              </a:pPr>
              <a:endParaRPr lang="fr-FR" sz="105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8827F61-225B-4843-AE27-BD324A9FDF09}"/>
              </a:ext>
            </a:extLst>
          </p:cNvPr>
          <p:cNvGrpSpPr/>
          <p:nvPr/>
        </p:nvGrpSpPr>
        <p:grpSpPr>
          <a:xfrm>
            <a:off x="82788" y="6150182"/>
            <a:ext cx="2433379" cy="2352320"/>
            <a:chOff x="82788" y="6150182"/>
            <a:chExt cx="2433379" cy="235232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2E5D685-EAC2-4124-8B9E-1822AABC4CAA}"/>
                </a:ext>
              </a:extLst>
            </p:cNvPr>
            <p:cNvSpPr/>
            <p:nvPr/>
          </p:nvSpPr>
          <p:spPr>
            <a:xfrm flipH="1">
              <a:off x="82788" y="6150182"/>
              <a:ext cx="2236689" cy="377992"/>
            </a:xfrm>
            <a:custGeom>
              <a:avLst/>
              <a:gdLst>
                <a:gd name="connsiteX0" fmla="*/ 2048647 w 2236689"/>
                <a:gd name="connsiteY0" fmla="*/ 0 h 377992"/>
                <a:gd name="connsiteX1" fmla="*/ 2029720 w 2236689"/>
                <a:gd name="connsiteY1" fmla="*/ 1908 h 377992"/>
                <a:gd name="connsiteX2" fmla="*/ 1260809 w 2236689"/>
                <a:gd name="connsiteY2" fmla="*/ 1908 h 377992"/>
                <a:gd name="connsiteX3" fmla="*/ 1219795 w 2236689"/>
                <a:gd name="connsiteY3" fmla="*/ 1908 h 377992"/>
                <a:gd name="connsiteX4" fmla="*/ 1200868 w 2236689"/>
                <a:gd name="connsiteY4" fmla="*/ 0 h 377992"/>
                <a:gd name="connsiteX5" fmla="*/ 1181941 w 2236689"/>
                <a:gd name="connsiteY5" fmla="*/ 1908 h 377992"/>
                <a:gd name="connsiteX6" fmla="*/ 1054748 w 2236689"/>
                <a:gd name="connsiteY6" fmla="*/ 1908 h 377992"/>
                <a:gd name="connsiteX7" fmla="*/ 1035821 w 2236689"/>
                <a:gd name="connsiteY7" fmla="*/ 0 h 377992"/>
                <a:gd name="connsiteX8" fmla="*/ 1016894 w 2236689"/>
                <a:gd name="connsiteY8" fmla="*/ 1908 h 377992"/>
                <a:gd name="connsiteX9" fmla="*/ 975880 w 2236689"/>
                <a:gd name="connsiteY9" fmla="*/ 1908 h 377992"/>
                <a:gd name="connsiteX10" fmla="*/ 206969 w 2236689"/>
                <a:gd name="connsiteY10" fmla="*/ 1908 h 377992"/>
                <a:gd name="connsiteX11" fmla="*/ 188042 w 2236689"/>
                <a:gd name="connsiteY11" fmla="*/ 0 h 377992"/>
                <a:gd name="connsiteX12" fmla="*/ 0 w 2236689"/>
                <a:gd name="connsiteY12" fmla="*/ 188042 h 377992"/>
                <a:gd name="connsiteX13" fmla="*/ 150145 w 2236689"/>
                <a:gd name="connsiteY13" fmla="*/ 372264 h 377992"/>
                <a:gd name="connsiteX14" fmla="*/ 184051 w 2236689"/>
                <a:gd name="connsiteY14" fmla="*/ 375682 h 377992"/>
                <a:gd name="connsiteX15" fmla="*/ 184051 w 2236689"/>
                <a:gd name="connsiteY15" fmla="*/ 377992 h 377992"/>
                <a:gd name="connsiteX16" fmla="*/ 975880 w 2236689"/>
                <a:gd name="connsiteY16" fmla="*/ 377992 h 377992"/>
                <a:gd name="connsiteX17" fmla="*/ 1039812 w 2236689"/>
                <a:gd name="connsiteY17" fmla="*/ 377992 h 377992"/>
                <a:gd name="connsiteX18" fmla="*/ 1196877 w 2236689"/>
                <a:gd name="connsiteY18" fmla="*/ 377992 h 377992"/>
                <a:gd name="connsiteX19" fmla="*/ 1260809 w 2236689"/>
                <a:gd name="connsiteY19" fmla="*/ 377992 h 377992"/>
                <a:gd name="connsiteX20" fmla="*/ 2052638 w 2236689"/>
                <a:gd name="connsiteY20" fmla="*/ 377992 h 377992"/>
                <a:gd name="connsiteX21" fmla="*/ 2052638 w 2236689"/>
                <a:gd name="connsiteY21" fmla="*/ 375682 h 377992"/>
                <a:gd name="connsiteX22" fmla="*/ 2086544 w 2236689"/>
                <a:gd name="connsiteY22" fmla="*/ 372264 h 377992"/>
                <a:gd name="connsiteX23" fmla="*/ 2236689 w 2236689"/>
                <a:gd name="connsiteY23" fmla="*/ 188042 h 377992"/>
                <a:gd name="connsiteX24" fmla="*/ 2048647 w 2236689"/>
                <a:gd name="connsiteY24" fmla="*/ 0 h 377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236689" h="377992">
                  <a:moveTo>
                    <a:pt x="2048647" y="0"/>
                  </a:moveTo>
                  <a:lnTo>
                    <a:pt x="2029720" y="1908"/>
                  </a:lnTo>
                  <a:lnTo>
                    <a:pt x="1260809" y="1908"/>
                  </a:lnTo>
                  <a:lnTo>
                    <a:pt x="1219795" y="1908"/>
                  </a:lnTo>
                  <a:lnTo>
                    <a:pt x="1200868" y="0"/>
                  </a:lnTo>
                  <a:lnTo>
                    <a:pt x="1181941" y="1908"/>
                  </a:lnTo>
                  <a:lnTo>
                    <a:pt x="1054748" y="1908"/>
                  </a:lnTo>
                  <a:lnTo>
                    <a:pt x="1035821" y="0"/>
                  </a:lnTo>
                  <a:lnTo>
                    <a:pt x="1016894" y="1908"/>
                  </a:lnTo>
                  <a:lnTo>
                    <a:pt x="975880" y="1908"/>
                  </a:lnTo>
                  <a:lnTo>
                    <a:pt x="206969" y="1908"/>
                  </a:lnTo>
                  <a:lnTo>
                    <a:pt x="188042" y="0"/>
                  </a:lnTo>
                  <a:cubicBezTo>
                    <a:pt x="84189" y="0"/>
                    <a:pt x="0" y="84189"/>
                    <a:pt x="0" y="188042"/>
                  </a:cubicBezTo>
                  <a:cubicBezTo>
                    <a:pt x="0" y="278914"/>
                    <a:pt x="64457" y="354730"/>
                    <a:pt x="150145" y="372264"/>
                  </a:cubicBezTo>
                  <a:lnTo>
                    <a:pt x="184051" y="375682"/>
                  </a:lnTo>
                  <a:lnTo>
                    <a:pt x="184051" y="377992"/>
                  </a:lnTo>
                  <a:lnTo>
                    <a:pt x="975880" y="377992"/>
                  </a:lnTo>
                  <a:lnTo>
                    <a:pt x="1039812" y="377992"/>
                  </a:lnTo>
                  <a:lnTo>
                    <a:pt x="1196877" y="377992"/>
                  </a:lnTo>
                  <a:lnTo>
                    <a:pt x="1260809" y="377992"/>
                  </a:lnTo>
                  <a:lnTo>
                    <a:pt x="2052638" y="377992"/>
                  </a:lnTo>
                  <a:lnTo>
                    <a:pt x="2052638" y="375682"/>
                  </a:lnTo>
                  <a:lnTo>
                    <a:pt x="2086544" y="372264"/>
                  </a:lnTo>
                  <a:cubicBezTo>
                    <a:pt x="2172232" y="354730"/>
                    <a:pt x="2236689" y="278914"/>
                    <a:pt x="2236689" y="188042"/>
                  </a:cubicBezTo>
                  <a:cubicBezTo>
                    <a:pt x="2236689" y="84189"/>
                    <a:pt x="2152500" y="0"/>
                    <a:pt x="2048647" y="0"/>
                  </a:cubicBezTo>
                  <a:close/>
                </a:path>
              </a:pathLst>
            </a:custGeom>
            <a:noFill/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fr-FR" sz="2000" b="1" spc="125" dirty="0">
                  <a:solidFill>
                    <a:schemeClr val="tx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LANGUES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0277272-39D3-4F95-AAF9-350945D85375}"/>
                </a:ext>
              </a:extLst>
            </p:cNvPr>
            <p:cNvGrpSpPr/>
            <p:nvPr/>
          </p:nvGrpSpPr>
          <p:grpSpPr>
            <a:xfrm>
              <a:off x="150542" y="6642976"/>
              <a:ext cx="2365625" cy="1859526"/>
              <a:chOff x="150542" y="6642976"/>
              <a:chExt cx="2365625" cy="1859526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4E36710F-E0AD-4555-945B-91914D725A23}"/>
                  </a:ext>
                </a:extLst>
              </p:cNvPr>
              <p:cNvSpPr/>
              <p:nvPr/>
            </p:nvSpPr>
            <p:spPr>
              <a:xfrm>
                <a:off x="154766" y="6901936"/>
                <a:ext cx="2361401" cy="10216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D731A76C-2C33-4C6F-A254-5283ABDF9BA4}"/>
                  </a:ext>
                </a:extLst>
              </p:cNvPr>
              <p:cNvSpPr/>
              <p:nvPr/>
            </p:nvSpPr>
            <p:spPr>
              <a:xfrm>
                <a:off x="1922782" y="6824113"/>
                <a:ext cx="251511" cy="251511"/>
              </a:xfrm>
              <a:prstGeom prst="ellipse">
                <a:avLst/>
              </a:prstGeom>
              <a:solidFill>
                <a:schemeClr val="tx1"/>
              </a:soli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/>
              </a:p>
            </p:txBody>
          </p:sp>
          <p:sp>
            <p:nvSpPr>
              <p:cNvPr id="27" name="object 42">
                <a:extLst>
                  <a:ext uri="{FF2B5EF4-FFF2-40B4-BE49-F238E27FC236}">
                    <a16:creationId xmlns:a16="http://schemas.microsoft.com/office/drawing/2014/main" id="{5830179E-5562-4ECC-A49E-74D204CDDEAD}"/>
                  </a:ext>
                </a:extLst>
              </p:cNvPr>
              <p:cNvSpPr txBox="1"/>
              <p:nvPr/>
            </p:nvSpPr>
            <p:spPr>
              <a:xfrm>
                <a:off x="154766" y="6642976"/>
                <a:ext cx="1768016" cy="215444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699"/>
                <a:r>
                  <a:rPr lang="fr-FR" sz="1400" dirty="0">
                    <a:ea typeface="Open Sans" panose="020B0606030504020204" pitchFamily="34" charset="0"/>
                    <a:cs typeface="Open Sans" panose="020B0606030504020204" pitchFamily="34" charset="0"/>
                  </a:rPr>
                  <a:t>ANGLAIS</a:t>
                </a:r>
                <a:endParaRPr sz="1050" dirty="0"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40FBA088-684F-4763-ADA3-D73E56090018}"/>
                  </a:ext>
                </a:extLst>
              </p:cNvPr>
              <p:cNvSpPr/>
              <p:nvPr/>
            </p:nvSpPr>
            <p:spPr>
              <a:xfrm>
                <a:off x="153358" y="7377562"/>
                <a:ext cx="2361401" cy="10216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3C00C68E-F18F-4BD6-B1C7-57BDE667AB41}"/>
                  </a:ext>
                </a:extLst>
              </p:cNvPr>
              <p:cNvSpPr/>
              <p:nvPr/>
            </p:nvSpPr>
            <p:spPr>
              <a:xfrm>
                <a:off x="1357169" y="7299739"/>
                <a:ext cx="251511" cy="251511"/>
              </a:xfrm>
              <a:prstGeom prst="ellipse">
                <a:avLst/>
              </a:prstGeom>
              <a:solidFill>
                <a:schemeClr val="tx1"/>
              </a:soli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/>
              </a:p>
            </p:txBody>
          </p:sp>
          <p:sp>
            <p:nvSpPr>
              <p:cNvPr id="30" name="object 42">
                <a:extLst>
                  <a:ext uri="{FF2B5EF4-FFF2-40B4-BE49-F238E27FC236}">
                    <a16:creationId xmlns:a16="http://schemas.microsoft.com/office/drawing/2014/main" id="{5BEAF8F5-5844-492F-9943-399812AC1F97}"/>
                  </a:ext>
                </a:extLst>
              </p:cNvPr>
              <p:cNvSpPr txBox="1"/>
              <p:nvPr/>
            </p:nvSpPr>
            <p:spPr>
              <a:xfrm>
                <a:off x="153358" y="7118602"/>
                <a:ext cx="1768016" cy="215444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699"/>
                <a:r>
                  <a:rPr lang="fr-FR" sz="1400" dirty="0">
                    <a:ea typeface="Open Sans" panose="020B0606030504020204" pitchFamily="34" charset="0"/>
                    <a:cs typeface="Open Sans" panose="020B0606030504020204" pitchFamily="34" charset="0"/>
                  </a:rPr>
                  <a:t>ITALIEN</a:t>
                </a:r>
                <a:endParaRPr sz="1050" dirty="0"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2957BCD1-2256-4AA7-BCFC-03C77B70DCF1}"/>
                  </a:ext>
                </a:extLst>
              </p:cNvPr>
              <p:cNvSpPr/>
              <p:nvPr/>
            </p:nvSpPr>
            <p:spPr>
              <a:xfrm>
                <a:off x="151950" y="7853188"/>
                <a:ext cx="2361401" cy="10216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DE7F764B-0EE5-40F9-8E31-AD12AF80B294}"/>
                  </a:ext>
                </a:extLst>
              </p:cNvPr>
              <p:cNvSpPr/>
              <p:nvPr/>
            </p:nvSpPr>
            <p:spPr>
              <a:xfrm>
                <a:off x="1890782" y="7775365"/>
                <a:ext cx="251511" cy="251511"/>
              </a:xfrm>
              <a:prstGeom prst="ellipse">
                <a:avLst/>
              </a:prstGeom>
              <a:solidFill>
                <a:schemeClr val="tx1"/>
              </a:soli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/>
              </a:p>
            </p:txBody>
          </p:sp>
          <p:sp>
            <p:nvSpPr>
              <p:cNvPr id="33" name="object 42">
                <a:extLst>
                  <a:ext uri="{FF2B5EF4-FFF2-40B4-BE49-F238E27FC236}">
                    <a16:creationId xmlns:a16="http://schemas.microsoft.com/office/drawing/2014/main" id="{93C2C36A-371B-46DB-B0B9-90366343C36A}"/>
                  </a:ext>
                </a:extLst>
              </p:cNvPr>
              <p:cNvSpPr txBox="1"/>
              <p:nvPr/>
            </p:nvSpPr>
            <p:spPr>
              <a:xfrm>
                <a:off x="151950" y="7594228"/>
                <a:ext cx="1768016" cy="215444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699"/>
                <a:r>
                  <a:rPr lang="fr-FR" sz="1400" dirty="0">
                    <a:ea typeface="Open Sans" panose="020B0606030504020204" pitchFamily="34" charset="0"/>
                    <a:cs typeface="Open Sans" panose="020B0606030504020204" pitchFamily="34" charset="0"/>
                  </a:rPr>
                  <a:t>CHINOIS</a:t>
                </a:r>
                <a:endParaRPr sz="1050" dirty="0"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B24CDD5D-08FD-4506-B0FD-58149EF53A2D}"/>
                  </a:ext>
                </a:extLst>
              </p:cNvPr>
              <p:cNvSpPr/>
              <p:nvPr/>
            </p:nvSpPr>
            <p:spPr>
              <a:xfrm>
                <a:off x="150542" y="8328814"/>
                <a:ext cx="2361401" cy="10216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A3D9151-7827-471D-ACAD-E78E03426622}"/>
                  </a:ext>
                </a:extLst>
              </p:cNvPr>
              <p:cNvSpPr/>
              <p:nvPr/>
            </p:nvSpPr>
            <p:spPr>
              <a:xfrm>
                <a:off x="1607270" y="8250991"/>
                <a:ext cx="251511" cy="251511"/>
              </a:xfrm>
              <a:prstGeom prst="ellipse">
                <a:avLst/>
              </a:prstGeom>
              <a:solidFill>
                <a:schemeClr val="tx1"/>
              </a:soli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/>
              </a:p>
            </p:txBody>
          </p:sp>
          <p:sp>
            <p:nvSpPr>
              <p:cNvPr id="36" name="object 42">
                <a:extLst>
                  <a:ext uri="{FF2B5EF4-FFF2-40B4-BE49-F238E27FC236}">
                    <a16:creationId xmlns:a16="http://schemas.microsoft.com/office/drawing/2014/main" id="{9BA2B725-77AB-4725-8F7A-919491A9901E}"/>
                  </a:ext>
                </a:extLst>
              </p:cNvPr>
              <p:cNvSpPr txBox="1"/>
              <p:nvPr/>
            </p:nvSpPr>
            <p:spPr>
              <a:xfrm>
                <a:off x="150542" y="8069854"/>
                <a:ext cx="1768016" cy="215444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699"/>
                <a:r>
                  <a:rPr lang="fr-FR" sz="1400" dirty="0">
                    <a:ea typeface="Open Sans" panose="020B0606030504020204" pitchFamily="34" charset="0"/>
                    <a:cs typeface="Open Sans" panose="020B0606030504020204" pitchFamily="34" charset="0"/>
                  </a:rPr>
                  <a:t>PORTUGAIS</a:t>
                </a:r>
                <a:endParaRPr sz="1400" dirty="0"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1B01F1D-9585-4290-98C5-9B8721AC8E9F}"/>
              </a:ext>
            </a:extLst>
          </p:cNvPr>
          <p:cNvGrpSpPr/>
          <p:nvPr/>
        </p:nvGrpSpPr>
        <p:grpSpPr>
          <a:xfrm>
            <a:off x="82788" y="8966505"/>
            <a:ext cx="2363198" cy="828259"/>
            <a:chOff x="82788" y="8966505"/>
            <a:chExt cx="2363198" cy="828259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D5EF820-A4ED-460A-B1EE-AC73028BF279}"/>
                </a:ext>
              </a:extLst>
            </p:cNvPr>
            <p:cNvSpPr/>
            <p:nvPr/>
          </p:nvSpPr>
          <p:spPr>
            <a:xfrm flipH="1">
              <a:off x="82788" y="8966505"/>
              <a:ext cx="2236689" cy="377992"/>
            </a:xfrm>
            <a:custGeom>
              <a:avLst/>
              <a:gdLst>
                <a:gd name="connsiteX0" fmla="*/ 2048647 w 2236689"/>
                <a:gd name="connsiteY0" fmla="*/ 0 h 377992"/>
                <a:gd name="connsiteX1" fmla="*/ 2029720 w 2236689"/>
                <a:gd name="connsiteY1" fmla="*/ 1908 h 377992"/>
                <a:gd name="connsiteX2" fmla="*/ 1260809 w 2236689"/>
                <a:gd name="connsiteY2" fmla="*/ 1908 h 377992"/>
                <a:gd name="connsiteX3" fmla="*/ 1219795 w 2236689"/>
                <a:gd name="connsiteY3" fmla="*/ 1908 h 377992"/>
                <a:gd name="connsiteX4" fmla="*/ 1200868 w 2236689"/>
                <a:gd name="connsiteY4" fmla="*/ 0 h 377992"/>
                <a:gd name="connsiteX5" fmla="*/ 1181941 w 2236689"/>
                <a:gd name="connsiteY5" fmla="*/ 1908 h 377992"/>
                <a:gd name="connsiteX6" fmla="*/ 1054748 w 2236689"/>
                <a:gd name="connsiteY6" fmla="*/ 1908 h 377992"/>
                <a:gd name="connsiteX7" fmla="*/ 1035821 w 2236689"/>
                <a:gd name="connsiteY7" fmla="*/ 0 h 377992"/>
                <a:gd name="connsiteX8" fmla="*/ 1016894 w 2236689"/>
                <a:gd name="connsiteY8" fmla="*/ 1908 h 377992"/>
                <a:gd name="connsiteX9" fmla="*/ 975880 w 2236689"/>
                <a:gd name="connsiteY9" fmla="*/ 1908 h 377992"/>
                <a:gd name="connsiteX10" fmla="*/ 206969 w 2236689"/>
                <a:gd name="connsiteY10" fmla="*/ 1908 h 377992"/>
                <a:gd name="connsiteX11" fmla="*/ 188042 w 2236689"/>
                <a:gd name="connsiteY11" fmla="*/ 0 h 377992"/>
                <a:gd name="connsiteX12" fmla="*/ 0 w 2236689"/>
                <a:gd name="connsiteY12" fmla="*/ 188042 h 377992"/>
                <a:gd name="connsiteX13" fmla="*/ 150145 w 2236689"/>
                <a:gd name="connsiteY13" fmla="*/ 372264 h 377992"/>
                <a:gd name="connsiteX14" fmla="*/ 184051 w 2236689"/>
                <a:gd name="connsiteY14" fmla="*/ 375682 h 377992"/>
                <a:gd name="connsiteX15" fmla="*/ 184051 w 2236689"/>
                <a:gd name="connsiteY15" fmla="*/ 377992 h 377992"/>
                <a:gd name="connsiteX16" fmla="*/ 975880 w 2236689"/>
                <a:gd name="connsiteY16" fmla="*/ 377992 h 377992"/>
                <a:gd name="connsiteX17" fmla="*/ 1039812 w 2236689"/>
                <a:gd name="connsiteY17" fmla="*/ 377992 h 377992"/>
                <a:gd name="connsiteX18" fmla="*/ 1196877 w 2236689"/>
                <a:gd name="connsiteY18" fmla="*/ 377992 h 377992"/>
                <a:gd name="connsiteX19" fmla="*/ 1260809 w 2236689"/>
                <a:gd name="connsiteY19" fmla="*/ 377992 h 377992"/>
                <a:gd name="connsiteX20" fmla="*/ 2052638 w 2236689"/>
                <a:gd name="connsiteY20" fmla="*/ 377992 h 377992"/>
                <a:gd name="connsiteX21" fmla="*/ 2052638 w 2236689"/>
                <a:gd name="connsiteY21" fmla="*/ 375682 h 377992"/>
                <a:gd name="connsiteX22" fmla="*/ 2086544 w 2236689"/>
                <a:gd name="connsiteY22" fmla="*/ 372264 h 377992"/>
                <a:gd name="connsiteX23" fmla="*/ 2236689 w 2236689"/>
                <a:gd name="connsiteY23" fmla="*/ 188042 h 377992"/>
                <a:gd name="connsiteX24" fmla="*/ 2048647 w 2236689"/>
                <a:gd name="connsiteY24" fmla="*/ 0 h 377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236689" h="377992">
                  <a:moveTo>
                    <a:pt x="2048647" y="0"/>
                  </a:moveTo>
                  <a:lnTo>
                    <a:pt x="2029720" y="1908"/>
                  </a:lnTo>
                  <a:lnTo>
                    <a:pt x="1260809" y="1908"/>
                  </a:lnTo>
                  <a:lnTo>
                    <a:pt x="1219795" y="1908"/>
                  </a:lnTo>
                  <a:lnTo>
                    <a:pt x="1200868" y="0"/>
                  </a:lnTo>
                  <a:lnTo>
                    <a:pt x="1181941" y="1908"/>
                  </a:lnTo>
                  <a:lnTo>
                    <a:pt x="1054748" y="1908"/>
                  </a:lnTo>
                  <a:lnTo>
                    <a:pt x="1035821" y="0"/>
                  </a:lnTo>
                  <a:lnTo>
                    <a:pt x="1016894" y="1908"/>
                  </a:lnTo>
                  <a:lnTo>
                    <a:pt x="975880" y="1908"/>
                  </a:lnTo>
                  <a:lnTo>
                    <a:pt x="206969" y="1908"/>
                  </a:lnTo>
                  <a:lnTo>
                    <a:pt x="188042" y="0"/>
                  </a:lnTo>
                  <a:cubicBezTo>
                    <a:pt x="84189" y="0"/>
                    <a:pt x="0" y="84189"/>
                    <a:pt x="0" y="188042"/>
                  </a:cubicBezTo>
                  <a:cubicBezTo>
                    <a:pt x="0" y="278914"/>
                    <a:pt x="64457" y="354730"/>
                    <a:pt x="150145" y="372264"/>
                  </a:cubicBezTo>
                  <a:lnTo>
                    <a:pt x="184051" y="375682"/>
                  </a:lnTo>
                  <a:lnTo>
                    <a:pt x="184051" y="377992"/>
                  </a:lnTo>
                  <a:lnTo>
                    <a:pt x="975880" y="377992"/>
                  </a:lnTo>
                  <a:lnTo>
                    <a:pt x="1039812" y="377992"/>
                  </a:lnTo>
                  <a:lnTo>
                    <a:pt x="1196877" y="377992"/>
                  </a:lnTo>
                  <a:lnTo>
                    <a:pt x="1260809" y="377992"/>
                  </a:lnTo>
                  <a:lnTo>
                    <a:pt x="2052638" y="377992"/>
                  </a:lnTo>
                  <a:lnTo>
                    <a:pt x="2052638" y="375682"/>
                  </a:lnTo>
                  <a:lnTo>
                    <a:pt x="2086544" y="372264"/>
                  </a:lnTo>
                  <a:cubicBezTo>
                    <a:pt x="2172232" y="354730"/>
                    <a:pt x="2236689" y="278914"/>
                    <a:pt x="2236689" y="188042"/>
                  </a:cubicBezTo>
                  <a:cubicBezTo>
                    <a:pt x="2236689" y="84189"/>
                    <a:pt x="2152500" y="0"/>
                    <a:pt x="2048647" y="0"/>
                  </a:cubicBezTo>
                  <a:close/>
                </a:path>
              </a:pathLst>
            </a:custGeom>
            <a:noFill/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fr-FR" sz="2000" b="1" spc="125" dirty="0">
                  <a:solidFill>
                    <a:schemeClr val="tx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HOBBIES</a:t>
              </a: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CAEA6A97-E869-4408-8EF2-ECB1FD241F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75000"/>
            </a:blip>
            <a:stretch>
              <a:fillRect/>
            </a:stretch>
          </p:blipFill>
          <p:spPr>
            <a:xfrm>
              <a:off x="228326" y="9472669"/>
              <a:ext cx="322095" cy="322095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2F782121-285B-4ED6-94B7-3CD43F3CAB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0181" y="9472669"/>
              <a:ext cx="322095" cy="322095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47363169-B2D9-406C-817E-A8C54F90102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92036" y="9472669"/>
              <a:ext cx="322095" cy="322095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F3D89C56-181E-4DC0-9126-59F3FCA393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123891" y="9472669"/>
              <a:ext cx="322095" cy="322095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AE098BD-FB6C-4340-926F-7D44433E5D86}"/>
              </a:ext>
            </a:extLst>
          </p:cNvPr>
          <p:cNvGrpSpPr/>
          <p:nvPr/>
        </p:nvGrpSpPr>
        <p:grpSpPr>
          <a:xfrm>
            <a:off x="2869466" y="9142203"/>
            <a:ext cx="4531836" cy="1349398"/>
            <a:chOff x="2869466" y="9142203"/>
            <a:chExt cx="4531836" cy="1349398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78A33CA-5542-48DF-A4B6-D1D90418AF90}"/>
                </a:ext>
              </a:extLst>
            </p:cNvPr>
            <p:cNvSpPr/>
            <p:nvPr/>
          </p:nvSpPr>
          <p:spPr>
            <a:xfrm>
              <a:off x="2869466" y="9142203"/>
              <a:ext cx="3659683" cy="377992"/>
            </a:xfrm>
            <a:custGeom>
              <a:avLst/>
              <a:gdLst>
                <a:gd name="connsiteX0" fmla="*/ 188042 w 3659683"/>
                <a:gd name="connsiteY0" fmla="*/ 0 h 377992"/>
                <a:gd name="connsiteX1" fmla="*/ 206969 w 3659683"/>
                <a:gd name="connsiteY1" fmla="*/ 1908 h 377992"/>
                <a:gd name="connsiteX2" fmla="*/ 1181941 w 3659683"/>
                <a:gd name="connsiteY2" fmla="*/ 1908 h 377992"/>
                <a:gd name="connsiteX3" fmla="*/ 1200868 w 3659683"/>
                <a:gd name="connsiteY3" fmla="*/ 0 h 377992"/>
                <a:gd name="connsiteX4" fmla="*/ 1219795 w 3659683"/>
                <a:gd name="connsiteY4" fmla="*/ 1908 h 377992"/>
                <a:gd name="connsiteX5" fmla="*/ 2455302 w 3659683"/>
                <a:gd name="connsiteY5" fmla="*/ 1908 h 377992"/>
                <a:gd name="connsiteX6" fmla="*/ 2458815 w 3659683"/>
                <a:gd name="connsiteY6" fmla="*/ 1908 h 377992"/>
                <a:gd name="connsiteX7" fmla="*/ 3468128 w 3659683"/>
                <a:gd name="connsiteY7" fmla="*/ 1908 h 377992"/>
                <a:gd name="connsiteX8" fmla="*/ 3468128 w 3659683"/>
                <a:gd name="connsiteY8" fmla="*/ 2262 h 377992"/>
                <a:gd name="connsiteX9" fmla="*/ 3471641 w 3659683"/>
                <a:gd name="connsiteY9" fmla="*/ 1908 h 377992"/>
                <a:gd name="connsiteX10" fmla="*/ 3659683 w 3659683"/>
                <a:gd name="connsiteY10" fmla="*/ 189950 h 377992"/>
                <a:gd name="connsiteX11" fmla="*/ 3471641 w 3659683"/>
                <a:gd name="connsiteY11" fmla="*/ 377992 h 377992"/>
                <a:gd name="connsiteX12" fmla="*/ 3468128 w 3659683"/>
                <a:gd name="connsiteY12" fmla="*/ 377638 h 377992"/>
                <a:gd name="connsiteX13" fmla="*/ 3468128 w 3659683"/>
                <a:gd name="connsiteY13" fmla="*/ 377992 h 377992"/>
                <a:gd name="connsiteX14" fmla="*/ 2458815 w 3659683"/>
                <a:gd name="connsiteY14" fmla="*/ 377992 h 377992"/>
                <a:gd name="connsiteX15" fmla="*/ 2455302 w 3659683"/>
                <a:gd name="connsiteY15" fmla="*/ 377992 h 377992"/>
                <a:gd name="connsiteX16" fmla="*/ 1196877 w 3659683"/>
                <a:gd name="connsiteY16" fmla="*/ 377992 h 377992"/>
                <a:gd name="connsiteX17" fmla="*/ 184051 w 3659683"/>
                <a:gd name="connsiteY17" fmla="*/ 377992 h 377992"/>
                <a:gd name="connsiteX18" fmla="*/ 184051 w 3659683"/>
                <a:gd name="connsiteY18" fmla="*/ 375682 h 377992"/>
                <a:gd name="connsiteX19" fmla="*/ 150145 w 3659683"/>
                <a:gd name="connsiteY19" fmla="*/ 372264 h 377992"/>
                <a:gd name="connsiteX20" fmla="*/ 0 w 3659683"/>
                <a:gd name="connsiteY20" fmla="*/ 188042 h 377992"/>
                <a:gd name="connsiteX21" fmla="*/ 188042 w 3659683"/>
                <a:gd name="connsiteY21" fmla="*/ 0 h 377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659683" h="377992">
                  <a:moveTo>
                    <a:pt x="188042" y="0"/>
                  </a:moveTo>
                  <a:lnTo>
                    <a:pt x="206969" y="1908"/>
                  </a:lnTo>
                  <a:lnTo>
                    <a:pt x="1181941" y="1908"/>
                  </a:lnTo>
                  <a:lnTo>
                    <a:pt x="1200868" y="0"/>
                  </a:lnTo>
                  <a:lnTo>
                    <a:pt x="1219795" y="1908"/>
                  </a:lnTo>
                  <a:lnTo>
                    <a:pt x="2455302" y="1908"/>
                  </a:lnTo>
                  <a:lnTo>
                    <a:pt x="2458815" y="1908"/>
                  </a:lnTo>
                  <a:lnTo>
                    <a:pt x="3468128" y="1908"/>
                  </a:lnTo>
                  <a:lnTo>
                    <a:pt x="3468128" y="2262"/>
                  </a:lnTo>
                  <a:lnTo>
                    <a:pt x="3471641" y="1908"/>
                  </a:lnTo>
                  <a:cubicBezTo>
                    <a:pt x="3575494" y="1908"/>
                    <a:pt x="3659683" y="86097"/>
                    <a:pt x="3659683" y="189950"/>
                  </a:cubicBezTo>
                  <a:cubicBezTo>
                    <a:pt x="3659683" y="293803"/>
                    <a:pt x="3575494" y="377992"/>
                    <a:pt x="3471641" y="377992"/>
                  </a:cubicBezTo>
                  <a:lnTo>
                    <a:pt x="3468128" y="377638"/>
                  </a:lnTo>
                  <a:lnTo>
                    <a:pt x="3468128" y="377992"/>
                  </a:lnTo>
                  <a:lnTo>
                    <a:pt x="2458815" y="377992"/>
                  </a:lnTo>
                  <a:lnTo>
                    <a:pt x="2455302" y="377992"/>
                  </a:lnTo>
                  <a:lnTo>
                    <a:pt x="1196877" y="377992"/>
                  </a:lnTo>
                  <a:lnTo>
                    <a:pt x="184051" y="377992"/>
                  </a:lnTo>
                  <a:lnTo>
                    <a:pt x="184051" y="375682"/>
                  </a:lnTo>
                  <a:lnTo>
                    <a:pt x="150145" y="372264"/>
                  </a:lnTo>
                  <a:cubicBezTo>
                    <a:pt x="64457" y="354730"/>
                    <a:pt x="0" y="278914"/>
                    <a:pt x="0" y="188042"/>
                  </a:cubicBezTo>
                  <a:cubicBezTo>
                    <a:pt x="0" y="84189"/>
                    <a:pt x="84189" y="0"/>
                    <a:pt x="188042" y="0"/>
                  </a:cubicBezTo>
                  <a:close/>
                </a:path>
              </a:pathLst>
            </a:cu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fr-FR" sz="2000" b="1" spc="125" dirty="0">
                  <a:solidFill>
                    <a:schemeClr val="tx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COMPETENCES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C39DDC7-7DA4-4D6B-B0EF-E8C77A11D815}"/>
                </a:ext>
              </a:extLst>
            </p:cNvPr>
            <p:cNvGrpSpPr/>
            <p:nvPr/>
          </p:nvGrpSpPr>
          <p:grpSpPr>
            <a:xfrm>
              <a:off x="2958677" y="9583327"/>
              <a:ext cx="4442625" cy="908274"/>
              <a:chOff x="2958677" y="9583327"/>
              <a:chExt cx="4442625" cy="908274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8B3D635B-0D57-4D72-9262-FE77B7D466D5}"/>
                  </a:ext>
                </a:extLst>
              </p:cNvPr>
              <p:cNvGrpSpPr/>
              <p:nvPr/>
            </p:nvGrpSpPr>
            <p:grpSpPr>
              <a:xfrm>
                <a:off x="2960085" y="9583327"/>
                <a:ext cx="2140155" cy="432648"/>
                <a:chOff x="2960085" y="9583327"/>
                <a:chExt cx="2140155" cy="432648"/>
              </a:xfrm>
            </p:grpSpPr>
            <p:sp>
              <p:nvSpPr>
                <p:cNvPr id="46" name="Rectangle: Rounded Corners 45">
                  <a:extLst>
                    <a:ext uri="{FF2B5EF4-FFF2-40B4-BE49-F238E27FC236}">
                      <a16:creationId xmlns:a16="http://schemas.microsoft.com/office/drawing/2014/main" id="{9A3CAA0B-8C78-472B-AB65-031565717C5B}"/>
                    </a:ext>
                  </a:extLst>
                </p:cNvPr>
                <p:cNvSpPr/>
                <p:nvPr/>
              </p:nvSpPr>
              <p:spPr>
                <a:xfrm>
                  <a:off x="2960086" y="9842287"/>
                  <a:ext cx="2140154" cy="102166"/>
                </a:xfrm>
                <a:prstGeom prst="round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 dirty="0"/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4733F89D-5495-467F-90A0-883E93263054}"/>
                    </a:ext>
                  </a:extLst>
                </p:cNvPr>
                <p:cNvSpPr/>
                <p:nvPr/>
              </p:nvSpPr>
              <p:spPr>
                <a:xfrm>
                  <a:off x="4691671" y="9764464"/>
                  <a:ext cx="251511" cy="251511"/>
                </a:xfrm>
                <a:prstGeom prst="ellipse">
                  <a:avLst/>
                </a:prstGeom>
                <a:solidFill>
                  <a:schemeClr val="tx1"/>
                </a:soli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 dirty="0"/>
                </a:p>
              </p:txBody>
            </p:sp>
            <p:sp>
              <p:nvSpPr>
                <p:cNvPr id="48" name="object 42">
                  <a:extLst>
                    <a:ext uri="{FF2B5EF4-FFF2-40B4-BE49-F238E27FC236}">
                      <a16:creationId xmlns:a16="http://schemas.microsoft.com/office/drawing/2014/main" id="{E4DA8116-AFF3-49F9-BCDB-5990569D159C}"/>
                    </a:ext>
                  </a:extLst>
                </p:cNvPr>
                <p:cNvSpPr txBox="1"/>
                <p:nvPr/>
              </p:nvSpPr>
              <p:spPr>
                <a:xfrm>
                  <a:off x="2960085" y="9583327"/>
                  <a:ext cx="1768016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>
                  <a:spAutoFit/>
                </a:bodyPr>
                <a:lstStyle/>
                <a:p>
                  <a:pPr marL="12699"/>
                  <a:r>
                    <a:rPr lang="fr-FR" sz="1400" dirty="0">
                      <a:ea typeface="Open Sans" panose="020B0606030504020204" pitchFamily="34" charset="0"/>
                      <a:cs typeface="Open Sans" panose="020B0606030504020204" pitchFamily="34" charset="0"/>
                    </a:rPr>
                    <a:t>MS OFFICE</a:t>
                  </a:r>
                  <a:endParaRPr sz="1050" dirty="0"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3DAA45BC-D726-4DE5-945C-36A8608A42F6}"/>
                  </a:ext>
                </a:extLst>
              </p:cNvPr>
              <p:cNvGrpSpPr/>
              <p:nvPr/>
            </p:nvGrpSpPr>
            <p:grpSpPr>
              <a:xfrm>
                <a:off x="2958677" y="10058953"/>
                <a:ext cx="2141563" cy="432648"/>
                <a:chOff x="2958677" y="10058953"/>
                <a:chExt cx="2141563" cy="432648"/>
              </a:xfrm>
            </p:grpSpPr>
            <p:sp>
              <p:nvSpPr>
                <p:cNvPr id="49" name="Rectangle: Rounded Corners 48">
                  <a:extLst>
                    <a:ext uri="{FF2B5EF4-FFF2-40B4-BE49-F238E27FC236}">
                      <a16:creationId xmlns:a16="http://schemas.microsoft.com/office/drawing/2014/main" id="{AE0B0117-CD2B-42A4-AF06-94D970EB1DB3}"/>
                    </a:ext>
                  </a:extLst>
                </p:cNvPr>
                <p:cNvSpPr/>
                <p:nvPr/>
              </p:nvSpPr>
              <p:spPr>
                <a:xfrm>
                  <a:off x="2958677" y="10317913"/>
                  <a:ext cx="2141563" cy="102166"/>
                </a:xfrm>
                <a:prstGeom prst="round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94264EBF-E814-4131-8E32-9623EF7D9B5B}"/>
                    </a:ext>
                  </a:extLst>
                </p:cNvPr>
                <p:cNvSpPr/>
                <p:nvPr/>
              </p:nvSpPr>
              <p:spPr>
                <a:xfrm>
                  <a:off x="4162488" y="10240090"/>
                  <a:ext cx="251511" cy="251511"/>
                </a:xfrm>
                <a:prstGeom prst="ellipse">
                  <a:avLst/>
                </a:prstGeom>
                <a:solidFill>
                  <a:schemeClr val="tx1"/>
                </a:soli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 dirty="0"/>
                </a:p>
              </p:txBody>
            </p:sp>
            <p:sp>
              <p:nvSpPr>
                <p:cNvPr id="51" name="object 42">
                  <a:extLst>
                    <a:ext uri="{FF2B5EF4-FFF2-40B4-BE49-F238E27FC236}">
                      <a16:creationId xmlns:a16="http://schemas.microsoft.com/office/drawing/2014/main" id="{F103F1F8-5165-4101-9D7D-E25FD247C391}"/>
                    </a:ext>
                  </a:extLst>
                </p:cNvPr>
                <p:cNvSpPr txBox="1"/>
                <p:nvPr/>
              </p:nvSpPr>
              <p:spPr>
                <a:xfrm>
                  <a:off x="2958677" y="10058953"/>
                  <a:ext cx="1768016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>
                  <a:spAutoFit/>
                </a:bodyPr>
                <a:lstStyle/>
                <a:p>
                  <a:pPr marL="12699"/>
                  <a:r>
                    <a:rPr lang="fr-FR" sz="1400" dirty="0">
                      <a:ea typeface="Open Sans" panose="020B0606030504020204" pitchFamily="34" charset="0"/>
                      <a:cs typeface="Open Sans" panose="020B0606030504020204" pitchFamily="34" charset="0"/>
                    </a:rPr>
                    <a:t>ADSENSE</a:t>
                  </a:r>
                  <a:endParaRPr sz="1050" dirty="0"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9AB78AC5-E197-41AA-B2B5-E16DAD6BF27B}"/>
                  </a:ext>
                </a:extLst>
              </p:cNvPr>
              <p:cNvGrpSpPr/>
              <p:nvPr/>
            </p:nvGrpSpPr>
            <p:grpSpPr>
              <a:xfrm>
                <a:off x="5261147" y="9583327"/>
                <a:ext cx="2140155" cy="432648"/>
                <a:chOff x="5261147" y="9583327"/>
                <a:chExt cx="2140155" cy="432648"/>
              </a:xfrm>
            </p:grpSpPr>
            <p:sp>
              <p:nvSpPr>
                <p:cNvPr id="58" name="Rectangle: Rounded Corners 57">
                  <a:extLst>
                    <a:ext uri="{FF2B5EF4-FFF2-40B4-BE49-F238E27FC236}">
                      <a16:creationId xmlns:a16="http://schemas.microsoft.com/office/drawing/2014/main" id="{10D3AD3F-FC7E-4877-A2FC-A3B3A9C38DE7}"/>
                    </a:ext>
                  </a:extLst>
                </p:cNvPr>
                <p:cNvSpPr/>
                <p:nvPr/>
              </p:nvSpPr>
              <p:spPr>
                <a:xfrm>
                  <a:off x="5261148" y="9842287"/>
                  <a:ext cx="2140154" cy="102166"/>
                </a:xfrm>
                <a:prstGeom prst="round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 dirty="0"/>
                </a:p>
              </p:txBody>
            </p: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A739CA80-7A6E-47AF-883A-C5FC416238E7}"/>
                    </a:ext>
                  </a:extLst>
                </p:cNvPr>
                <p:cNvSpPr/>
                <p:nvPr/>
              </p:nvSpPr>
              <p:spPr>
                <a:xfrm>
                  <a:off x="6992733" y="9764464"/>
                  <a:ext cx="251511" cy="251511"/>
                </a:xfrm>
                <a:prstGeom prst="ellipse">
                  <a:avLst/>
                </a:prstGeom>
                <a:solidFill>
                  <a:schemeClr val="tx1"/>
                </a:soli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 dirty="0"/>
                </a:p>
              </p:txBody>
            </p:sp>
            <p:sp>
              <p:nvSpPr>
                <p:cNvPr id="60" name="object 42">
                  <a:extLst>
                    <a:ext uri="{FF2B5EF4-FFF2-40B4-BE49-F238E27FC236}">
                      <a16:creationId xmlns:a16="http://schemas.microsoft.com/office/drawing/2014/main" id="{4A6CB68B-4F96-4997-8D92-E98112857978}"/>
                    </a:ext>
                  </a:extLst>
                </p:cNvPr>
                <p:cNvSpPr txBox="1"/>
                <p:nvPr/>
              </p:nvSpPr>
              <p:spPr>
                <a:xfrm>
                  <a:off x="5261147" y="9583327"/>
                  <a:ext cx="1768016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>
                  <a:spAutoFit/>
                </a:bodyPr>
                <a:lstStyle/>
                <a:p>
                  <a:pPr marL="12699"/>
                  <a:r>
                    <a:rPr lang="fr-FR" sz="1400" dirty="0">
                      <a:ea typeface="Open Sans" panose="020B0606030504020204" pitchFamily="34" charset="0"/>
                      <a:cs typeface="Open Sans" panose="020B0606030504020204" pitchFamily="34" charset="0"/>
                    </a:rPr>
                    <a:t>WORDPRESS</a:t>
                  </a:r>
                  <a:endParaRPr sz="1050" dirty="0"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75BF9BD8-F527-406A-B1D5-7032B57A339D}"/>
                  </a:ext>
                </a:extLst>
              </p:cNvPr>
              <p:cNvGrpSpPr/>
              <p:nvPr/>
            </p:nvGrpSpPr>
            <p:grpSpPr>
              <a:xfrm>
                <a:off x="5259739" y="10058953"/>
                <a:ext cx="2141563" cy="432648"/>
                <a:chOff x="5259739" y="10058953"/>
                <a:chExt cx="2141563" cy="432648"/>
              </a:xfrm>
            </p:grpSpPr>
            <p:sp>
              <p:nvSpPr>
                <p:cNvPr id="61" name="Rectangle: Rounded Corners 60">
                  <a:extLst>
                    <a:ext uri="{FF2B5EF4-FFF2-40B4-BE49-F238E27FC236}">
                      <a16:creationId xmlns:a16="http://schemas.microsoft.com/office/drawing/2014/main" id="{717F4A72-ED4D-442E-9F9A-6A0539FF3CC4}"/>
                    </a:ext>
                  </a:extLst>
                </p:cNvPr>
                <p:cNvSpPr/>
                <p:nvPr/>
              </p:nvSpPr>
              <p:spPr>
                <a:xfrm>
                  <a:off x="5259739" y="10317913"/>
                  <a:ext cx="2141563" cy="102166"/>
                </a:xfrm>
                <a:prstGeom prst="round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 dirty="0"/>
                </a:p>
              </p:txBody>
            </p:sp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7BEC25D6-E504-4F74-943A-0B1136BF2B05}"/>
                    </a:ext>
                  </a:extLst>
                </p:cNvPr>
                <p:cNvSpPr/>
                <p:nvPr/>
              </p:nvSpPr>
              <p:spPr>
                <a:xfrm>
                  <a:off x="6463550" y="10240090"/>
                  <a:ext cx="251511" cy="251511"/>
                </a:xfrm>
                <a:prstGeom prst="ellipse">
                  <a:avLst/>
                </a:prstGeom>
                <a:solidFill>
                  <a:schemeClr val="tx1"/>
                </a:soli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 dirty="0"/>
                </a:p>
              </p:txBody>
            </p:sp>
            <p:sp>
              <p:nvSpPr>
                <p:cNvPr id="63" name="object 42">
                  <a:extLst>
                    <a:ext uri="{FF2B5EF4-FFF2-40B4-BE49-F238E27FC236}">
                      <a16:creationId xmlns:a16="http://schemas.microsoft.com/office/drawing/2014/main" id="{AE9A4553-744C-4470-82D3-8C110F14F115}"/>
                    </a:ext>
                  </a:extLst>
                </p:cNvPr>
                <p:cNvSpPr txBox="1"/>
                <p:nvPr/>
              </p:nvSpPr>
              <p:spPr>
                <a:xfrm>
                  <a:off x="5259739" y="10058953"/>
                  <a:ext cx="1768016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>
                  <a:spAutoFit/>
                </a:bodyPr>
                <a:lstStyle/>
                <a:p>
                  <a:pPr marL="12699"/>
                  <a:r>
                    <a:rPr lang="fr-FR" sz="1400" dirty="0">
                      <a:ea typeface="Open Sans" panose="020B0606030504020204" pitchFamily="34" charset="0"/>
                      <a:cs typeface="Open Sans" panose="020B0606030504020204" pitchFamily="34" charset="0"/>
                    </a:rPr>
                    <a:t>ADWORD</a:t>
                  </a:r>
                  <a:endParaRPr sz="1050" dirty="0"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</p:grp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11CB566-9037-40D7-A5A6-0D034A4960F2}"/>
              </a:ext>
            </a:extLst>
          </p:cNvPr>
          <p:cNvGrpSpPr/>
          <p:nvPr/>
        </p:nvGrpSpPr>
        <p:grpSpPr>
          <a:xfrm>
            <a:off x="234633" y="3787687"/>
            <a:ext cx="2305969" cy="1989305"/>
            <a:chOff x="234633" y="3787687"/>
            <a:chExt cx="2305969" cy="198930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B2FF720-EF50-47B6-B4B0-082E6F5A3021}"/>
                </a:ext>
              </a:extLst>
            </p:cNvPr>
            <p:cNvSpPr/>
            <p:nvPr/>
          </p:nvSpPr>
          <p:spPr>
            <a:xfrm>
              <a:off x="594104" y="4871311"/>
              <a:ext cx="1938998" cy="35394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endParaRPr lang="fr-FR" sz="900" dirty="0">
                <a:solidFill>
                  <a:srgbClr val="1C2125"/>
                </a:solidFill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r>
                <a:rPr lang="fr-FR" sz="1400" dirty="0">
                  <a:solidFill>
                    <a:srgbClr val="1C2125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/BAHLA66</a:t>
              </a:r>
            </a:p>
          </p:txBody>
        </p:sp>
        <p:grpSp>
          <p:nvGrpSpPr>
            <p:cNvPr id="65" name="Groupe 3">
              <a:extLst>
                <a:ext uri="{FF2B5EF4-FFF2-40B4-BE49-F238E27FC236}">
                  <a16:creationId xmlns:a16="http://schemas.microsoft.com/office/drawing/2014/main" id="{E611A787-081A-4D6D-8251-0BBFDB2C2389}"/>
                </a:ext>
              </a:extLst>
            </p:cNvPr>
            <p:cNvGrpSpPr/>
            <p:nvPr/>
          </p:nvGrpSpPr>
          <p:grpSpPr>
            <a:xfrm>
              <a:off x="243390" y="4921212"/>
              <a:ext cx="294864" cy="294864"/>
              <a:chOff x="234141" y="2539190"/>
              <a:chExt cx="294864" cy="294864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9903AB1C-254F-45B2-8246-BAEE86B0A14B}"/>
                  </a:ext>
                </a:extLst>
              </p:cNvPr>
              <p:cNvSpPr/>
              <p:nvPr/>
            </p:nvSpPr>
            <p:spPr>
              <a:xfrm>
                <a:off x="234141" y="2539190"/>
                <a:ext cx="294864" cy="294864"/>
              </a:xfrm>
              <a:prstGeom prst="ellipse">
                <a:avLst/>
              </a:prstGeom>
              <a:solidFill>
                <a:srgbClr val="1C212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2000" dirty="0">
                  <a:solidFill>
                    <a:srgbClr val="FF0000"/>
                  </a:solidFill>
                </a:endParaRPr>
              </a:p>
            </p:txBody>
          </p:sp>
          <p:pic>
            <p:nvPicPr>
              <p:cNvPr id="67" name="Picture 66">
                <a:extLst>
                  <a:ext uri="{FF2B5EF4-FFF2-40B4-BE49-F238E27FC236}">
                    <a16:creationId xmlns:a16="http://schemas.microsoft.com/office/drawing/2014/main" id="{30A10BD3-4A7B-4890-951C-AD80947A1FE8}"/>
                  </a:ext>
                </a:extLst>
              </p:cNvPr>
              <p:cNvPicPr/>
              <p:nvPr/>
            </p:nvPicPr>
            <p:blipFill>
              <a:blip r:embed="rId8">
                <a:biLevel thresh="75000"/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rightnessContrast bright="40000" contrast="-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 bwMode="auto">
              <a:xfrm>
                <a:off x="289991" y="2596727"/>
                <a:ext cx="180000" cy="180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8" name="Groupe 4">
              <a:extLst>
                <a:ext uri="{FF2B5EF4-FFF2-40B4-BE49-F238E27FC236}">
                  <a16:creationId xmlns:a16="http://schemas.microsoft.com/office/drawing/2014/main" id="{0400AD1A-E196-4842-AD5D-17C52D31D429}"/>
                </a:ext>
              </a:extLst>
            </p:cNvPr>
            <p:cNvGrpSpPr/>
            <p:nvPr/>
          </p:nvGrpSpPr>
          <p:grpSpPr>
            <a:xfrm>
              <a:off x="246258" y="4161476"/>
              <a:ext cx="294864" cy="294864"/>
              <a:chOff x="237009" y="2960173"/>
              <a:chExt cx="294864" cy="294864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68711143-6FE1-466C-900E-0AE95D69D103}"/>
                  </a:ext>
                </a:extLst>
              </p:cNvPr>
              <p:cNvSpPr/>
              <p:nvPr/>
            </p:nvSpPr>
            <p:spPr>
              <a:xfrm>
                <a:off x="237009" y="2960173"/>
                <a:ext cx="294864" cy="294864"/>
              </a:xfrm>
              <a:prstGeom prst="ellipse">
                <a:avLst/>
              </a:prstGeom>
              <a:solidFill>
                <a:srgbClr val="1C212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2000" dirty="0">
                  <a:solidFill>
                    <a:srgbClr val="FF0000"/>
                  </a:solidFill>
                </a:endParaRPr>
              </a:p>
            </p:txBody>
          </p:sp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BD47F8DC-67EF-428B-AF44-D5F45B35A0A5}"/>
                  </a:ext>
                </a:extLst>
              </p:cNvPr>
              <p:cNvPicPr/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 bwMode="auto">
              <a:xfrm>
                <a:off x="293133" y="3019779"/>
                <a:ext cx="180512" cy="18051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1" name="Groupe 5">
              <a:extLst>
                <a:ext uri="{FF2B5EF4-FFF2-40B4-BE49-F238E27FC236}">
                  <a16:creationId xmlns:a16="http://schemas.microsoft.com/office/drawing/2014/main" id="{40780002-0262-44E9-BE27-63F8CB9A50D5}"/>
                </a:ext>
              </a:extLst>
            </p:cNvPr>
            <p:cNvGrpSpPr/>
            <p:nvPr/>
          </p:nvGrpSpPr>
          <p:grpSpPr>
            <a:xfrm>
              <a:off x="248093" y="4534792"/>
              <a:ext cx="294864" cy="294864"/>
              <a:chOff x="238844" y="3333489"/>
              <a:chExt cx="294864" cy="294864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ACB14258-FC55-4E31-85DA-743FAB68D733}"/>
                  </a:ext>
                </a:extLst>
              </p:cNvPr>
              <p:cNvSpPr/>
              <p:nvPr/>
            </p:nvSpPr>
            <p:spPr>
              <a:xfrm>
                <a:off x="238844" y="3333489"/>
                <a:ext cx="294864" cy="294864"/>
              </a:xfrm>
              <a:prstGeom prst="ellipse">
                <a:avLst/>
              </a:prstGeom>
              <a:solidFill>
                <a:srgbClr val="1C212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2000" dirty="0">
                  <a:solidFill>
                    <a:srgbClr val="FF0000"/>
                  </a:solidFill>
                </a:endParaRPr>
              </a:p>
            </p:txBody>
          </p:sp>
          <p:pic>
            <p:nvPicPr>
              <p:cNvPr id="73" name="Picture 72">
                <a:extLst>
                  <a:ext uri="{FF2B5EF4-FFF2-40B4-BE49-F238E27FC236}">
                    <a16:creationId xmlns:a16="http://schemas.microsoft.com/office/drawing/2014/main" id="{122FE236-85C4-4DDB-A698-E48BF40ED780}"/>
                  </a:ext>
                </a:extLst>
              </p:cNvPr>
              <p:cNvPicPr/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 bwMode="auto">
              <a:xfrm>
                <a:off x="293446" y="3383636"/>
                <a:ext cx="190868" cy="19086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4" name="Groupe 2">
              <a:extLst>
                <a:ext uri="{FF2B5EF4-FFF2-40B4-BE49-F238E27FC236}">
                  <a16:creationId xmlns:a16="http://schemas.microsoft.com/office/drawing/2014/main" id="{A7A14897-7846-41A1-86DC-680A13123C45}"/>
                </a:ext>
              </a:extLst>
            </p:cNvPr>
            <p:cNvGrpSpPr/>
            <p:nvPr/>
          </p:nvGrpSpPr>
          <p:grpSpPr>
            <a:xfrm>
              <a:off x="234633" y="3787687"/>
              <a:ext cx="294864" cy="294864"/>
              <a:chOff x="234633" y="2117911"/>
              <a:chExt cx="294864" cy="294864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F6538186-1998-4A09-9C3C-E931DF06C398}"/>
                  </a:ext>
                </a:extLst>
              </p:cNvPr>
              <p:cNvSpPr/>
              <p:nvPr/>
            </p:nvSpPr>
            <p:spPr>
              <a:xfrm>
                <a:off x="234633" y="2117911"/>
                <a:ext cx="294864" cy="294864"/>
              </a:xfrm>
              <a:prstGeom prst="ellipse">
                <a:avLst/>
              </a:prstGeom>
              <a:solidFill>
                <a:srgbClr val="1C212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2000" dirty="0">
                  <a:solidFill>
                    <a:srgbClr val="FF0000"/>
                  </a:solidFill>
                </a:endParaRPr>
              </a:p>
            </p:txBody>
          </p:sp>
          <p:pic>
            <p:nvPicPr>
              <p:cNvPr id="76" name="Picture 75">
                <a:extLst>
                  <a:ext uri="{FF2B5EF4-FFF2-40B4-BE49-F238E27FC236}">
                    <a16:creationId xmlns:a16="http://schemas.microsoft.com/office/drawing/2014/main" id="{BAF41436-5BC8-4D23-9FE4-9E8E0A271D9F}"/>
                  </a:ext>
                </a:extLst>
              </p:cNvPr>
              <p:cNvPicPr/>
              <p:nvPr/>
            </p:nvPicPr>
            <p:blipFill>
              <a:blip r:embed="rId14"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 bwMode="auto">
              <a:xfrm>
                <a:off x="288430" y="2169820"/>
                <a:ext cx="180000" cy="180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D4766BA6-C51D-447B-89F7-3C74DFBCC6FA}"/>
                </a:ext>
              </a:extLst>
            </p:cNvPr>
            <p:cNvSpPr/>
            <p:nvPr/>
          </p:nvSpPr>
          <p:spPr>
            <a:xfrm>
              <a:off x="506212" y="4552657"/>
              <a:ext cx="197887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>
                  <a:solidFill>
                    <a:srgbClr val="1C2125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Bahla.works@gmail.com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B178377-19E2-44B8-B0B0-E87981A81E0A}"/>
                </a:ext>
              </a:extLst>
            </p:cNvPr>
            <p:cNvSpPr/>
            <p:nvPr/>
          </p:nvSpPr>
          <p:spPr>
            <a:xfrm>
              <a:off x="499413" y="4100808"/>
              <a:ext cx="137409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solidFill>
                    <a:srgbClr val="1C2125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06-00-00-00-00</a:t>
              </a:r>
              <a:r>
                <a:rPr lang="en-US" sz="2000" dirty="0">
                  <a:solidFill>
                    <a:srgbClr val="1C2125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063A7F5F-376E-4D14-A902-6498A4F6A2C3}"/>
                </a:ext>
              </a:extLst>
            </p:cNvPr>
            <p:cNvSpPr/>
            <p:nvPr/>
          </p:nvSpPr>
          <p:spPr>
            <a:xfrm>
              <a:off x="601603" y="5207605"/>
              <a:ext cx="1938999" cy="56938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endParaRPr lang="fr-FR" sz="900" dirty="0">
                <a:solidFill>
                  <a:srgbClr val="1C2125"/>
                </a:solidFill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r>
                <a:rPr lang="fr-FR" sz="1400" dirty="0">
                  <a:solidFill>
                    <a:srgbClr val="1C2125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Hay </a:t>
              </a:r>
              <a:r>
                <a:rPr lang="fr-FR" sz="1400" dirty="0" err="1">
                  <a:solidFill>
                    <a:srgbClr val="1C2125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Idari</a:t>
              </a:r>
              <a:r>
                <a:rPr lang="fr-FR" sz="1400" dirty="0">
                  <a:solidFill>
                    <a:srgbClr val="1C2125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 15053 MAAZIZ, MAROC</a:t>
              </a:r>
            </a:p>
          </p:txBody>
        </p:sp>
        <p:grpSp>
          <p:nvGrpSpPr>
            <p:cNvPr id="80" name="Groupe 3">
              <a:extLst>
                <a:ext uri="{FF2B5EF4-FFF2-40B4-BE49-F238E27FC236}">
                  <a16:creationId xmlns:a16="http://schemas.microsoft.com/office/drawing/2014/main" id="{1C836A19-7B60-46CA-9E79-4732CB65ED43}"/>
                </a:ext>
              </a:extLst>
            </p:cNvPr>
            <p:cNvGrpSpPr/>
            <p:nvPr/>
          </p:nvGrpSpPr>
          <p:grpSpPr>
            <a:xfrm>
              <a:off x="250891" y="5281933"/>
              <a:ext cx="294864" cy="294864"/>
              <a:chOff x="234141" y="2539190"/>
              <a:chExt cx="294864" cy="294864"/>
            </a:xfrm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08AC514F-4491-454C-94FE-BCB933469E0B}"/>
                  </a:ext>
                </a:extLst>
              </p:cNvPr>
              <p:cNvSpPr/>
              <p:nvPr/>
            </p:nvSpPr>
            <p:spPr>
              <a:xfrm>
                <a:off x="234141" y="2539190"/>
                <a:ext cx="294864" cy="294864"/>
              </a:xfrm>
              <a:prstGeom prst="ellipse">
                <a:avLst/>
              </a:prstGeom>
              <a:solidFill>
                <a:srgbClr val="1C212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2000" dirty="0">
                  <a:solidFill>
                    <a:srgbClr val="FF0000"/>
                  </a:solidFill>
                </a:endParaRPr>
              </a:p>
            </p:txBody>
          </p:sp>
          <p:pic>
            <p:nvPicPr>
              <p:cNvPr id="82" name="Picture 81">
                <a:extLst>
                  <a:ext uri="{FF2B5EF4-FFF2-40B4-BE49-F238E27FC236}">
                    <a16:creationId xmlns:a16="http://schemas.microsoft.com/office/drawing/2014/main" id="{E6FDA9F7-BE0D-4B28-BA52-7445E51EE83D}"/>
                  </a:ext>
                </a:extLst>
              </p:cNvPr>
              <p:cNvPicPr/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 bwMode="auto">
              <a:xfrm>
                <a:off x="293133" y="2584159"/>
                <a:ext cx="180000" cy="180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64635942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409CFF"/>
        </a:solidFill>
        <a:ln w="25400">
          <a:noFill/>
        </a:ln>
        <a:effectLst/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283</Words>
  <Application>Microsoft Office PowerPoint</Application>
  <PresentationFormat>Custom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Thème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Cvexemple.com © Tous droits réservés</dc:title>
  <dc:creator>YOUSSEF BAHLA</dc:creator>
  <cp:keywords>Cvexemple.com © Tous droits réservés</cp:keywords>
  <cp:lastModifiedBy>YOUSSEF BAHLA</cp:lastModifiedBy>
  <cp:revision>90</cp:revision>
  <dcterms:created xsi:type="dcterms:W3CDTF">2015-07-03T12:55:42Z</dcterms:created>
  <dcterms:modified xsi:type="dcterms:W3CDTF">2020-06-19T11:35:32Z</dcterms:modified>
  <cp:category>Cvexemple.com © Tous droits réservés</cp:category>
</cp:coreProperties>
</file>