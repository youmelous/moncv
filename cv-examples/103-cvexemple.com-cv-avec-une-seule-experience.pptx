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63" r:id="rId2"/>
  </p:sldIdLst>
  <p:sldSz cx="7562850" cy="10688638"/>
  <p:notesSz cx="6858000" cy="9144000"/>
  <p:defaultTextStyle>
    <a:defPPr>
      <a:defRPr lang="fr-F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7">
          <p15:clr>
            <a:srgbClr val="A4A3A4"/>
          </p15:clr>
        </p15:guide>
        <p15:guide id="2" pos="238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405095"/>
    <a:srgbClr val="353535"/>
    <a:srgbClr val="494F4F"/>
    <a:srgbClr val="538385"/>
    <a:srgbClr val="33BBD6"/>
    <a:srgbClr val="E03B60"/>
    <a:srgbClr val="641977"/>
    <a:srgbClr val="333333"/>
    <a:srgbClr val="E0E0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366" autoAdjust="0"/>
  </p:normalViewPr>
  <p:slideViewPr>
    <p:cSldViewPr snapToGrid="0" snapToObjects="1">
      <p:cViewPr>
        <p:scale>
          <a:sx n="59" d="100"/>
          <a:sy n="59" d="100"/>
        </p:scale>
        <p:origin x="5076" y="522"/>
      </p:cViewPr>
      <p:guideLst>
        <p:guide orient="horz" pos="3367"/>
        <p:guide pos="238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CD647C-A7FE-4541-B627-97F9C0D76711}" type="datetimeFigureOut">
              <a:rPr lang="fr-FR" smtClean="0"/>
              <a:t>25/03/2022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6800" y="1143000"/>
            <a:ext cx="2184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C9D525-9EB8-4236-A7FD-8CA1365693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4917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Cvexemple.com © Tous droits réservés</a:t>
            </a:r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C9D525-9EB8-4236-A7FD-8CA136569334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77351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67214" y="3320407"/>
            <a:ext cx="6428423" cy="2291129"/>
          </a:xfrm>
        </p:spPr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134428" y="6056895"/>
            <a:ext cx="5293995" cy="2731541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25/03/2022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6680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25/03/2022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4734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97413" y="6868441"/>
            <a:ext cx="6428423" cy="212288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97413" y="4530301"/>
            <a:ext cx="6428423" cy="233813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25/03/2022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0993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312493" y="3887003"/>
            <a:ext cx="2752037" cy="1099544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190577" y="3887003"/>
            <a:ext cx="2752037" cy="1099544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25/03/2022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692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78143" y="428041"/>
            <a:ext cx="6806565" cy="178144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78143" y="2392573"/>
            <a:ext cx="3341572" cy="99711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78143" y="3389684"/>
            <a:ext cx="3341572" cy="615833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3841823" y="2392573"/>
            <a:ext cx="3342885" cy="99711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3841823" y="3389684"/>
            <a:ext cx="3342885" cy="615833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25/03/2022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1791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25/03/2022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383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25/03/2022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7158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78143" y="425566"/>
            <a:ext cx="2488126" cy="181113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956864" y="425567"/>
            <a:ext cx="4227843" cy="912245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78143" y="2236697"/>
            <a:ext cx="2488126" cy="731132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25/03/2022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4443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82372" y="7482047"/>
            <a:ext cx="4537710" cy="88329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1482372" y="955049"/>
            <a:ext cx="4537710" cy="641318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482372" y="8365344"/>
            <a:ext cx="4537710" cy="125443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25/03/2022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693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25/03/2022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70213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4535084" y="668040"/>
            <a:ext cx="1407530" cy="14214405"/>
          </a:xfrm>
        </p:spPr>
        <p:txBody>
          <a:bodyPr vert="eaVert"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12493" y="668040"/>
            <a:ext cx="4096544" cy="1421440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25/03/2022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6750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78143" y="428041"/>
            <a:ext cx="6806565" cy="17814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78143" y="2494016"/>
            <a:ext cx="6806565" cy="7054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378143" y="9906785"/>
            <a:ext cx="1764665" cy="5690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F6A27C-E2F9-C140-AA96-063441F5E1DC}" type="datetimeFigureOut">
              <a:rPr lang="fr-FR" smtClean="0"/>
              <a:t>25/03/2022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583974" y="9906785"/>
            <a:ext cx="2394903" cy="5690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5420043" y="9906785"/>
            <a:ext cx="1764665" cy="5690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2C9AFA-8FE9-4BF5-BBE2-D5D4A37C058F}"/>
              </a:ext>
            </a:extLst>
          </p:cNvPr>
          <p:cNvSpPr txBox="1"/>
          <p:nvPr userDrawn="1"/>
        </p:nvSpPr>
        <p:spPr>
          <a:xfrm>
            <a:off x="1260474" y="10834618"/>
            <a:ext cx="56857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b="0" dirty="0"/>
              <a:t>Cvexemple.com © Tous droits réservés</a:t>
            </a:r>
          </a:p>
        </p:txBody>
      </p:sp>
    </p:spTree>
    <p:extLst>
      <p:ext uri="{BB962C8B-B14F-4D97-AF65-F5344CB8AC3E}">
        <p14:creationId xmlns:p14="http://schemas.microsoft.com/office/powerpoint/2010/main" val="2375495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CF9EDF19-39F1-4218-9531-068B61872D00}"/>
              </a:ext>
            </a:extLst>
          </p:cNvPr>
          <p:cNvSpPr/>
          <p:nvPr/>
        </p:nvSpPr>
        <p:spPr>
          <a:xfrm>
            <a:off x="0" y="0"/>
            <a:ext cx="2721123" cy="10688638"/>
          </a:xfrm>
          <a:prstGeom prst="rect">
            <a:avLst/>
          </a:prstGeom>
          <a:solidFill>
            <a:srgbClr val="405095"/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573568AD-D8B4-4229-BC93-5527B9929A57}"/>
              </a:ext>
            </a:extLst>
          </p:cNvPr>
          <p:cNvSpPr txBox="1">
            <a:spLocks/>
          </p:cNvSpPr>
          <p:nvPr/>
        </p:nvSpPr>
        <p:spPr>
          <a:xfrm>
            <a:off x="2824481" y="174267"/>
            <a:ext cx="4615110" cy="1200329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algn="ctr" defTabSz="457017" rtl="0" eaLnBrk="1" latinLnBrk="0" hangingPunct="1">
              <a:spcBef>
                <a:spcPct val="0"/>
              </a:spcBef>
              <a:buNone/>
              <a:defRPr sz="4398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FR" sz="3600" b="1" u="sng" kern="700" spc="-201" dirty="0">
                <a:solidFill>
                  <a:srgbClr val="353535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JHON</a:t>
            </a:r>
            <a:endParaRPr lang="fr-FR" sz="3600" b="1" u="sng" kern="700" spc="-20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l"/>
            <a:r>
              <a:rPr lang="fr-FR" sz="3600" b="1" u="sng" kern="700" spc="-201" dirty="0">
                <a:solidFill>
                  <a:srgbClr val="405095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ALEXANDRE</a:t>
            </a:r>
            <a:endParaRPr lang="fr-FR" sz="1270" b="1" u="sng" kern="700" spc="-201" dirty="0">
              <a:solidFill>
                <a:srgbClr val="405095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7AA6F47E-B93B-4524-829A-6639E9235280}"/>
              </a:ext>
            </a:extLst>
          </p:cNvPr>
          <p:cNvSpPr/>
          <p:nvPr/>
        </p:nvSpPr>
        <p:spPr>
          <a:xfrm>
            <a:off x="3178368" y="3017406"/>
            <a:ext cx="3906316" cy="374400"/>
          </a:xfrm>
          <a:custGeom>
            <a:avLst/>
            <a:gdLst>
              <a:gd name="connsiteX0" fmla="*/ 0 w 3906316"/>
              <a:gd name="connsiteY0" fmla="*/ 0 h 368146"/>
              <a:gd name="connsiteX1" fmla="*/ 3722243 w 3906316"/>
              <a:gd name="connsiteY1" fmla="*/ 0 h 368146"/>
              <a:gd name="connsiteX2" fmla="*/ 3906316 w 3906316"/>
              <a:gd name="connsiteY2" fmla="*/ 184073 h 368146"/>
              <a:gd name="connsiteX3" fmla="*/ 3906315 w 3906316"/>
              <a:gd name="connsiteY3" fmla="*/ 184073 h 368146"/>
              <a:gd name="connsiteX4" fmla="*/ 3722242 w 3906316"/>
              <a:gd name="connsiteY4" fmla="*/ 368146 h 368146"/>
              <a:gd name="connsiteX5" fmla="*/ 0 w 3906316"/>
              <a:gd name="connsiteY5" fmla="*/ 368145 h 368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06316" h="368146">
                <a:moveTo>
                  <a:pt x="0" y="0"/>
                </a:moveTo>
                <a:lnTo>
                  <a:pt x="3722243" y="0"/>
                </a:lnTo>
                <a:cubicBezTo>
                  <a:pt x="3823904" y="0"/>
                  <a:pt x="3906316" y="82412"/>
                  <a:pt x="3906316" y="184073"/>
                </a:cubicBezTo>
                <a:lnTo>
                  <a:pt x="3906315" y="184073"/>
                </a:lnTo>
                <a:cubicBezTo>
                  <a:pt x="3906315" y="285734"/>
                  <a:pt x="3823903" y="368146"/>
                  <a:pt x="3722242" y="368146"/>
                </a:cubicBezTo>
                <a:lnTo>
                  <a:pt x="0" y="368145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02" tIns="45701" rIns="91402" bIns="4570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fr-FR" sz="1600" b="1" u="sng" dirty="0">
                <a:solidFill>
                  <a:srgbClr val="405095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EXPERIENCE PROFESSIONNELLE</a:t>
            </a:r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6FF72E03-8BCB-42D8-847E-855358BE6488}"/>
              </a:ext>
            </a:extLst>
          </p:cNvPr>
          <p:cNvSpPr/>
          <p:nvPr/>
        </p:nvSpPr>
        <p:spPr>
          <a:xfrm>
            <a:off x="3179388" y="5066453"/>
            <a:ext cx="3905296" cy="373860"/>
          </a:xfrm>
          <a:custGeom>
            <a:avLst/>
            <a:gdLst>
              <a:gd name="connsiteX0" fmla="*/ 0 w 3905296"/>
              <a:gd name="connsiteY0" fmla="*/ 0 h 373860"/>
              <a:gd name="connsiteX1" fmla="*/ 3718366 w 3905296"/>
              <a:gd name="connsiteY1" fmla="*/ 0 h 373860"/>
              <a:gd name="connsiteX2" fmla="*/ 3905296 w 3905296"/>
              <a:gd name="connsiteY2" fmla="*/ 186930 h 373860"/>
              <a:gd name="connsiteX3" fmla="*/ 3905295 w 3905296"/>
              <a:gd name="connsiteY3" fmla="*/ 186930 h 373860"/>
              <a:gd name="connsiteX4" fmla="*/ 3718365 w 3905296"/>
              <a:gd name="connsiteY4" fmla="*/ 373860 h 373860"/>
              <a:gd name="connsiteX5" fmla="*/ 0 w 3905296"/>
              <a:gd name="connsiteY5" fmla="*/ 373859 h 3738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05296" h="373860">
                <a:moveTo>
                  <a:pt x="0" y="0"/>
                </a:moveTo>
                <a:lnTo>
                  <a:pt x="3718366" y="0"/>
                </a:lnTo>
                <a:cubicBezTo>
                  <a:pt x="3821605" y="0"/>
                  <a:pt x="3905296" y="83691"/>
                  <a:pt x="3905296" y="186930"/>
                </a:cubicBezTo>
                <a:lnTo>
                  <a:pt x="3905295" y="186930"/>
                </a:lnTo>
                <a:cubicBezTo>
                  <a:pt x="3905295" y="290169"/>
                  <a:pt x="3821604" y="373860"/>
                  <a:pt x="3718365" y="373860"/>
                </a:cubicBezTo>
                <a:lnTo>
                  <a:pt x="0" y="373859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02" tIns="45701" rIns="91402" bIns="4570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fr-FR" sz="1600" b="1" u="sng" dirty="0">
                <a:solidFill>
                  <a:srgbClr val="405095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FORMATION</a:t>
            </a:r>
            <a:endParaRPr lang="fr-FR" sz="2000" b="1" u="sng" dirty="0">
              <a:solidFill>
                <a:srgbClr val="405095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12A341A-88E4-444B-9987-AB8773561C8C}"/>
              </a:ext>
            </a:extLst>
          </p:cNvPr>
          <p:cNvSpPr/>
          <p:nvPr/>
        </p:nvSpPr>
        <p:spPr>
          <a:xfrm>
            <a:off x="2808627" y="3602301"/>
            <a:ext cx="461511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fr-FR" sz="12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NOM ENTREPRISE | POSTE OCCUPÉ</a:t>
            </a:r>
          </a:p>
          <a:p>
            <a:pPr lvl="0"/>
            <a:r>
              <a:rPr lang="fr-F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Janvier 20xx – mars 20xx</a:t>
            </a:r>
            <a:endParaRPr lang="fr-FR" sz="1200" dirty="0">
              <a:solidFill>
                <a:schemeClr val="tx1">
                  <a:lumMod val="65000"/>
                  <a:lumOff val="3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just"/>
            <a:r>
              <a:rPr lang="fr-F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Décrivez ici les fonctions que vous avez occupé pour ce poste. Décrivez également vos missions et les résultats que vous avez obtenu.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6632D67-A47A-4BF9-A88A-78BD2E01FA99}"/>
              </a:ext>
            </a:extLst>
          </p:cNvPr>
          <p:cNvGrpSpPr/>
          <p:nvPr/>
        </p:nvGrpSpPr>
        <p:grpSpPr>
          <a:xfrm>
            <a:off x="2808627" y="5650192"/>
            <a:ext cx="4615110" cy="2003827"/>
            <a:chOff x="2808627" y="4698832"/>
            <a:chExt cx="4615110" cy="2003827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28AC22DD-2F23-43FC-88A4-5E87401192F1}"/>
                </a:ext>
              </a:extLst>
            </p:cNvPr>
            <p:cNvSpPr/>
            <p:nvPr/>
          </p:nvSpPr>
          <p:spPr>
            <a:xfrm>
              <a:off x="2808627" y="5686996"/>
              <a:ext cx="4615110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eaLnBrk="0" fontAlgn="base" hangingPunct="0"/>
              <a:r>
                <a:rPr lang="fr-FR" sz="1200" b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DIPLÔME / NOM DE L’UNIVERSITÉ OU ÉCOLE</a:t>
              </a:r>
              <a:endParaRPr lang="fr-FR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>
                <a:defRPr/>
              </a:pPr>
              <a:r>
                <a:rPr lang="fr-FR" sz="1200" b="1" dirty="0">
                  <a:solidFill>
                    <a:srgbClr val="333333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20xx – 20xx</a:t>
              </a:r>
            </a:p>
            <a:p>
              <a:pPr algn="just">
                <a:defRPr/>
              </a:pPr>
              <a:r>
                <a:rPr lang="fr-F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Décrivez en une ligne les objectifs et les spécialités de cette formation. Inscrivez votre mention si vous en avez eu une.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7583CDC3-DDF2-4610-913D-526EE8506C9A}"/>
                </a:ext>
              </a:extLst>
            </p:cNvPr>
            <p:cNvSpPr/>
            <p:nvPr/>
          </p:nvSpPr>
          <p:spPr>
            <a:xfrm>
              <a:off x="2808627" y="4698832"/>
              <a:ext cx="4615110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eaLnBrk="0" fontAlgn="base" hangingPunct="0"/>
              <a:r>
                <a:rPr lang="fr-FR" sz="1200" b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DIPLÔME / NOM DE L’UNIVERSITÉ OU ÉCOLE</a:t>
              </a:r>
              <a:endParaRPr lang="fr-FR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>
                <a:defRPr/>
              </a:pPr>
              <a:r>
                <a:rPr lang="fr-FR" sz="1200" b="1" dirty="0">
                  <a:solidFill>
                    <a:srgbClr val="333333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20xx – 20xx</a:t>
              </a:r>
            </a:p>
            <a:p>
              <a:pPr algn="just">
                <a:defRPr/>
              </a:pPr>
              <a:r>
                <a:rPr lang="fr-F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Décrivez en une ligne les objectifs et les spécialités de cette formation. Inscrivez votre mention si vous en avez eu une.</a:t>
              </a:r>
            </a:p>
          </p:txBody>
        </p:sp>
      </p:grpSp>
      <p:sp>
        <p:nvSpPr>
          <p:cNvPr id="70" name="Rectangle 69">
            <a:extLst>
              <a:ext uri="{FF2B5EF4-FFF2-40B4-BE49-F238E27FC236}">
                <a16:creationId xmlns:a16="http://schemas.microsoft.com/office/drawing/2014/main" id="{7392D654-82E8-4A7A-BBA4-F4D4B7309F13}"/>
              </a:ext>
            </a:extLst>
          </p:cNvPr>
          <p:cNvSpPr/>
          <p:nvPr/>
        </p:nvSpPr>
        <p:spPr>
          <a:xfrm>
            <a:off x="156072" y="7480887"/>
            <a:ext cx="2342504" cy="8860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82563" indent="-18256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Anglais : Courant</a:t>
            </a:r>
          </a:p>
          <a:p>
            <a:pPr marL="182563" indent="-18256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Allemand : Courant</a:t>
            </a:r>
          </a:p>
          <a:p>
            <a:pPr marL="182563" indent="-18256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Espagnol : Courant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721CF70A-7FBA-4A51-A72E-49827E48D7B3}"/>
              </a:ext>
            </a:extLst>
          </p:cNvPr>
          <p:cNvSpPr/>
          <p:nvPr/>
        </p:nvSpPr>
        <p:spPr>
          <a:xfrm>
            <a:off x="189309" y="9059815"/>
            <a:ext cx="2342504" cy="1440010"/>
          </a:xfrm>
          <a:prstGeom prst="rect">
            <a:avLst/>
          </a:prstGeom>
          <a:noFill/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lstStyle/>
          <a:p>
            <a:pPr marL="182563" indent="-18256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200" kern="1200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Mon loisir</a:t>
            </a:r>
            <a:endParaRPr lang="fr-FR" sz="1200" dirty="0">
              <a:solidFill>
                <a:schemeClr val="bg1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182563" indent="-18256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200" kern="1200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Mon loisir</a:t>
            </a:r>
            <a:endParaRPr lang="fr-FR" sz="1200" dirty="0">
              <a:solidFill>
                <a:schemeClr val="bg1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182563" indent="-18256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200" kern="1200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Mon loisir</a:t>
            </a:r>
          </a:p>
          <a:p>
            <a:pPr marL="182563" indent="-18256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200" kern="1200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Mon loisir</a:t>
            </a:r>
            <a:endParaRPr lang="fr-FR" sz="1200" dirty="0">
              <a:solidFill>
                <a:schemeClr val="bg1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182563" indent="-18256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200" kern="1200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Mon loisir</a:t>
            </a:r>
            <a:endParaRPr lang="fr-FR" sz="1200" dirty="0">
              <a:solidFill>
                <a:schemeClr val="bg1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4E3805FC-32AE-4F11-8A85-060B0DAC3225}"/>
              </a:ext>
            </a:extLst>
          </p:cNvPr>
          <p:cNvSpPr/>
          <p:nvPr/>
        </p:nvSpPr>
        <p:spPr>
          <a:xfrm>
            <a:off x="2877195" y="8736351"/>
            <a:ext cx="2342504" cy="1717008"/>
          </a:xfrm>
          <a:prstGeom prst="rect">
            <a:avLst/>
          </a:prstGeom>
          <a:noFill/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lstStyle/>
          <a:p>
            <a:pPr marL="182563" indent="-18256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office</a:t>
            </a:r>
            <a:endParaRPr lang="fr-FR" sz="1200" dirty="0"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182563" indent="-18256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Google Ads</a:t>
            </a:r>
            <a:endParaRPr lang="fr-FR" sz="1200" dirty="0"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182563" indent="-18256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Facebook Ads</a:t>
            </a:r>
          </a:p>
          <a:p>
            <a:pPr marL="182563" indent="-18256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 competence</a:t>
            </a:r>
          </a:p>
          <a:p>
            <a:pPr marL="182563" indent="-18256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compétence</a:t>
            </a:r>
            <a:endParaRPr lang="fr-FR" sz="1200" dirty="0"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182563" indent="-18256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compétence</a:t>
            </a:r>
            <a:endParaRPr lang="fr-FR" sz="1200" dirty="0"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CEB33711-7B11-4500-A9A5-A5DB357D4105}"/>
              </a:ext>
            </a:extLst>
          </p:cNvPr>
          <p:cNvSpPr/>
          <p:nvPr/>
        </p:nvSpPr>
        <p:spPr>
          <a:xfrm>
            <a:off x="341761" y="8660085"/>
            <a:ext cx="2037600" cy="378000"/>
          </a:xfrm>
          <a:prstGeom prst="rect">
            <a:avLst/>
          </a:prstGeom>
          <a:noFill/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tlCol="0" anchor="ctr">
            <a:noAutofit/>
          </a:bodyPr>
          <a:lstStyle/>
          <a:p>
            <a:pPr marL="87313" algn="ctr">
              <a:lnSpc>
                <a:spcPct val="107000"/>
              </a:lnSpc>
              <a:spcBef>
                <a:spcPts val="500"/>
              </a:spcBef>
              <a:spcAft>
                <a:spcPts val="800"/>
              </a:spcAft>
            </a:pPr>
            <a:r>
              <a:rPr lang="fr-FR" sz="1600" b="1" u="sng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LOISIRS</a:t>
            </a: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9E4A630C-968A-4304-A5F4-F81127ECF7B3}"/>
              </a:ext>
            </a:extLst>
          </p:cNvPr>
          <p:cNvSpPr/>
          <p:nvPr/>
        </p:nvSpPr>
        <p:spPr>
          <a:xfrm>
            <a:off x="3178684" y="8128176"/>
            <a:ext cx="3906000" cy="374400"/>
          </a:xfrm>
          <a:custGeom>
            <a:avLst/>
            <a:gdLst>
              <a:gd name="connsiteX0" fmla="*/ 2583 w 1514583"/>
              <a:gd name="connsiteY0" fmla="*/ 0 h 288000"/>
              <a:gd name="connsiteX1" fmla="*/ 1370583 w 1514583"/>
              <a:gd name="connsiteY1" fmla="*/ 0 h 288000"/>
              <a:gd name="connsiteX2" fmla="*/ 1514583 w 1514583"/>
              <a:gd name="connsiteY2" fmla="*/ 144000 h 288000"/>
              <a:gd name="connsiteX3" fmla="*/ 1370583 w 1514583"/>
              <a:gd name="connsiteY3" fmla="*/ 288000 h 288000"/>
              <a:gd name="connsiteX4" fmla="*/ 2583 w 1514583"/>
              <a:gd name="connsiteY4" fmla="*/ 288000 h 288000"/>
              <a:gd name="connsiteX5" fmla="*/ 0 w 1514583"/>
              <a:gd name="connsiteY5" fmla="*/ 287479 h 288000"/>
              <a:gd name="connsiteX6" fmla="*/ 0 w 1514583"/>
              <a:gd name="connsiteY6" fmla="*/ 521 h 2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14583" h="288000">
                <a:moveTo>
                  <a:pt x="2583" y="0"/>
                </a:moveTo>
                <a:lnTo>
                  <a:pt x="1370583" y="0"/>
                </a:lnTo>
                <a:cubicBezTo>
                  <a:pt x="1450112" y="0"/>
                  <a:pt x="1514583" y="64471"/>
                  <a:pt x="1514583" y="144000"/>
                </a:cubicBezTo>
                <a:cubicBezTo>
                  <a:pt x="1514583" y="223529"/>
                  <a:pt x="1450112" y="288000"/>
                  <a:pt x="1370583" y="288000"/>
                </a:cubicBezTo>
                <a:lnTo>
                  <a:pt x="2583" y="288000"/>
                </a:lnTo>
                <a:lnTo>
                  <a:pt x="0" y="287479"/>
                </a:lnTo>
                <a:lnTo>
                  <a:pt x="0" y="521"/>
                </a:lnTo>
                <a:close/>
              </a:path>
            </a:pathLst>
          </a:custGeom>
          <a:noFill/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tlCol="0" anchor="ctr">
            <a:noAutofit/>
          </a:bodyPr>
          <a:lstStyle/>
          <a:p>
            <a:pPr marL="87313" algn="ctr">
              <a:lnSpc>
                <a:spcPct val="115000"/>
              </a:lnSpc>
              <a:spcBef>
                <a:spcPts val="500"/>
              </a:spcBef>
              <a:spcAft>
                <a:spcPts val="1000"/>
              </a:spcAft>
            </a:pPr>
            <a:r>
              <a:rPr lang="fr-FR" sz="1600" b="1" u="sng" dirty="0">
                <a:solidFill>
                  <a:srgbClr val="405095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COMPÉTENCES</a:t>
            </a:r>
            <a:endParaRPr lang="fr-FR" sz="2000" b="1" u="sng" dirty="0">
              <a:solidFill>
                <a:srgbClr val="405095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39354237-F7B3-453C-B6CE-F7B843DFC577}"/>
              </a:ext>
            </a:extLst>
          </p:cNvPr>
          <p:cNvSpPr/>
          <p:nvPr/>
        </p:nvSpPr>
        <p:spPr>
          <a:xfrm>
            <a:off x="341761" y="7009792"/>
            <a:ext cx="2037600" cy="378000"/>
          </a:xfrm>
          <a:custGeom>
            <a:avLst/>
            <a:gdLst>
              <a:gd name="connsiteX0" fmla="*/ 2583 w 1514583"/>
              <a:gd name="connsiteY0" fmla="*/ 0 h 288000"/>
              <a:gd name="connsiteX1" fmla="*/ 1370583 w 1514583"/>
              <a:gd name="connsiteY1" fmla="*/ 0 h 288000"/>
              <a:gd name="connsiteX2" fmla="*/ 1514583 w 1514583"/>
              <a:gd name="connsiteY2" fmla="*/ 144000 h 288000"/>
              <a:gd name="connsiteX3" fmla="*/ 1370583 w 1514583"/>
              <a:gd name="connsiteY3" fmla="*/ 288000 h 288000"/>
              <a:gd name="connsiteX4" fmla="*/ 2583 w 1514583"/>
              <a:gd name="connsiteY4" fmla="*/ 288000 h 288000"/>
              <a:gd name="connsiteX5" fmla="*/ 0 w 1514583"/>
              <a:gd name="connsiteY5" fmla="*/ 287479 h 288000"/>
              <a:gd name="connsiteX6" fmla="*/ 0 w 1514583"/>
              <a:gd name="connsiteY6" fmla="*/ 521 h 2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14583" h="288000">
                <a:moveTo>
                  <a:pt x="2583" y="0"/>
                </a:moveTo>
                <a:lnTo>
                  <a:pt x="1370583" y="0"/>
                </a:lnTo>
                <a:cubicBezTo>
                  <a:pt x="1450112" y="0"/>
                  <a:pt x="1514583" y="64471"/>
                  <a:pt x="1514583" y="144000"/>
                </a:cubicBezTo>
                <a:cubicBezTo>
                  <a:pt x="1514583" y="223529"/>
                  <a:pt x="1450112" y="288000"/>
                  <a:pt x="1370583" y="288000"/>
                </a:cubicBezTo>
                <a:lnTo>
                  <a:pt x="2583" y="288000"/>
                </a:lnTo>
                <a:lnTo>
                  <a:pt x="0" y="287479"/>
                </a:lnTo>
                <a:lnTo>
                  <a:pt x="0" y="521"/>
                </a:lnTo>
                <a:close/>
              </a:path>
            </a:pathLst>
          </a:custGeom>
          <a:noFill/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tlCol="0" anchor="ctr">
            <a:noAutofit/>
          </a:bodyPr>
          <a:lstStyle/>
          <a:p>
            <a:pPr marL="87313" algn="ctr">
              <a:lnSpc>
                <a:spcPct val="107000"/>
              </a:lnSpc>
              <a:spcBef>
                <a:spcPts val="500"/>
              </a:spcBef>
              <a:spcAft>
                <a:spcPts val="800"/>
              </a:spcAft>
            </a:pPr>
            <a:r>
              <a:rPr lang="fr-FR" sz="1600" b="1" u="sng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LANGUES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D217FB1F-F73D-42AE-8E28-ABFB091E8DCF}"/>
              </a:ext>
            </a:extLst>
          </p:cNvPr>
          <p:cNvSpPr txBox="1">
            <a:spLocks/>
          </p:cNvSpPr>
          <p:nvPr/>
        </p:nvSpPr>
        <p:spPr>
          <a:xfrm>
            <a:off x="2824484" y="1532656"/>
            <a:ext cx="4615110" cy="1200329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algn="ctr" defTabSz="457017" rtl="0" eaLnBrk="1" latinLnBrk="0" hangingPunct="1">
              <a:spcBef>
                <a:spcPct val="0"/>
              </a:spcBef>
              <a:buNone/>
              <a:defRPr sz="4398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fr-FR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Décrivez en quelques lignes votre parcours professionnel, vos compétences clés pour le poste et vos objectifs de carrière. Ceci est en fait une introduction à votre lettre de motivation. Décrivez en quelques lignes votre parcours professionnel, vos Décrivez en quelques lignes votre parcours professionnel</a:t>
            </a:r>
            <a:endParaRPr lang="fr-FR" sz="1200" b="1" kern="700" spc="-20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6BF1DBB-58C6-4A40-8EBE-C2FF2E1164E6}"/>
              </a:ext>
            </a:extLst>
          </p:cNvPr>
          <p:cNvSpPr/>
          <p:nvPr/>
        </p:nvSpPr>
        <p:spPr>
          <a:xfrm>
            <a:off x="332569" y="380468"/>
            <a:ext cx="1807420" cy="2186458"/>
          </a:xfrm>
          <a:prstGeom prst="rect">
            <a:avLst/>
          </a:prstGeom>
          <a:noFill/>
          <a:ln w="444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3675DC53-46A8-432D-B7B4-215ADC2FD7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668" r="8668"/>
          <a:stretch/>
        </p:blipFill>
        <p:spPr>
          <a:xfrm>
            <a:off x="456851" y="241690"/>
            <a:ext cx="1807420" cy="2186458"/>
          </a:xfrm>
          <a:prstGeom prst="rect">
            <a:avLst/>
          </a:prstGeom>
          <a:ln w="31750">
            <a:noFill/>
          </a:ln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5C10A41A-D1EA-4264-99BF-003CCBFCBF56}"/>
              </a:ext>
            </a:extLst>
          </p:cNvPr>
          <p:cNvSpPr txBox="1"/>
          <p:nvPr/>
        </p:nvSpPr>
        <p:spPr>
          <a:xfrm>
            <a:off x="139113" y="2699094"/>
            <a:ext cx="24428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Titre du poste recherché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923C47B-448A-4946-A77F-256A12FE13FB}"/>
              </a:ext>
            </a:extLst>
          </p:cNvPr>
          <p:cNvSpPr/>
          <p:nvPr/>
        </p:nvSpPr>
        <p:spPr>
          <a:xfrm>
            <a:off x="5289206" y="8736351"/>
            <a:ext cx="2342504" cy="1717008"/>
          </a:xfrm>
          <a:prstGeom prst="rect">
            <a:avLst/>
          </a:prstGeom>
          <a:noFill/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lstStyle/>
          <a:p>
            <a:pPr marL="182563" indent="-18256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 competence</a:t>
            </a:r>
          </a:p>
          <a:p>
            <a:pPr marL="182563" indent="-18256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 competence</a:t>
            </a:r>
          </a:p>
          <a:p>
            <a:pPr marL="182563" indent="-18256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 competence</a:t>
            </a:r>
          </a:p>
          <a:p>
            <a:pPr marL="182563" indent="-18256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 competence</a:t>
            </a:r>
          </a:p>
          <a:p>
            <a:pPr marL="182563" indent="-18256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compétence</a:t>
            </a:r>
            <a:endParaRPr lang="fr-FR" sz="1200" dirty="0"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182563" indent="-18256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compétence</a:t>
            </a:r>
            <a:endParaRPr lang="fr-FR" sz="1200" dirty="0"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0D9E4CA-53A4-4352-B609-FE76C411CA5D}"/>
              </a:ext>
            </a:extLst>
          </p:cNvPr>
          <p:cNvGrpSpPr/>
          <p:nvPr/>
        </p:nvGrpSpPr>
        <p:grpSpPr>
          <a:xfrm>
            <a:off x="139112" y="3411658"/>
            <a:ext cx="2442895" cy="3259100"/>
            <a:chOff x="139112" y="3411658"/>
            <a:chExt cx="2442895" cy="3259100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33DFC69D-3420-45C9-AE38-79F3ADF4E8E0}"/>
                </a:ext>
              </a:extLst>
            </p:cNvPr>
            <p:cNvGrpSpPr/>
            <p:nvPr/>
          </p:nvGrpSpPr>
          <p:grpSpPr>
            <a:xfrm>
              <a:off x="139112" y="3493637"/>
              <a:ext cx="2442895" cy="3177121"/>
              <a:chOff x="139112" y="3703187"/>
              <a:chExt cx="2442895" cy="3177121"/>
            </a:xfrm>
          </p:grpSpPr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BA0727C6-F498-4055-9D98-DB4D3E65B924}"/>
                  </a:ext>
                </a:extLst>
              </p:cNvPr>
              <p:cNvGrpSpPr/>
              <p:nvPr/>
            </p:nvGrpSpPr>
            <p:grpSpPr>
              <a:xfrm>
                <a:off x="139112" y="3703187"/>
                <a:ext cx="2442894" cy="2318256"/>
                <a:chOff x="1084569" y="361730"/>
                <a:chExt cx="2496715" cy="2369336"/>
              </a:xfrm>
            </p:grpSpPr>
            <p:grpSp>
              <p:nvGrpSpPr>
                <p:cNvPr id="63" name="Group 62">
                  <a:extLst>
                    <a:ext uri="{FF2B5EF4-FFF2-40B4-BE49-F238E27FC236}">
                      <a16:creationId xmlns:a16="http://schemas.microsoft.com/office/drawing/2014/main" id="{FF78495C-FDE3-4043-AE71-08EA4065CFF1}"/>
                    </a:ext>
                  </a:extLst>
                </p:cNvPr>
                <p:cNvGrpSpPr/>
                <p:nvPr/>
              </p:nvGrpSpPr>
              <p:grpSpPr>
                <a:xfrm>
                  <a:off x="1084569" y="797928"/>
                  <a:ext cx="2496715" cy="1933138"/>
                  <a:chOff x="-449237" y="800148"/>
                  <a:chExt cx="2496715" cy="1933138"/>
                </a:xfrm>
              </p:grpSpPr>
              <p:sp>
                <p:nvSpPr>
                  <p:cNvPr id="67" name="Rectangle 66">
                    <a:extLst>
                      <a:ext uri="{FF2B5EF4-FFF2-40B4-BE49-F238E27FC236}">
                        <a16:creationId xmlns:a16="http://schemas.microsoft.com/office/drawing/2014/main" id="{50C1A1F1-5151-495E-A9CE-C0C7BC23A492}"/>
                      </a:ext>
                    </a:extLst>
                  </p:cNvPr>
                  <p:cNvSpPr/>
                  <p:nvPr/>
                </p:nvSpPr>
                <p:spPr>
                  <a:xfrm>
                    <a:off x="-449237" y="2549138"/>
                    <a:ext cx="2496715" cy="184148"/>
                  </a:xfrm>
                  <a:prstGeom prst="rect">
                    <a:avLst/>
                  </a:prstGeom>
                </p:spPr>
                <p:txBody>
                  <a:bodyPr wrap="square" lIns="0" tIns="0" rIns="0" bIns="0">
                    <a:spAutoFit/>
                  </a:bodyPr>
                  <a:lstStyle>
                    <a:defPPr>
                      <a:defRPr lang="en-US"/>
                    </a:defPPr>
                    <a:lvl1pPr marL="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 rtl="1">
                      <a:lnSpc>
                        <a:spcPct val="107000"/>
                      </a:lnSpc>
                      <a:spcAft>
                        <a:spcPts val="669"/>
                      </a:spcAft>
                    </a:pPr>
                    <a:r>
                      <a:rPr lang="fr-MA" sz="1200" dirty="0">
                        <a:solidFill>
                          <a:schemeClr val="bg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a:t>ville, Pays</a:t>
                    </a:r>
                    <a:endParaRPr lang="fr-FR" sz="1200" dirty="0">
                      <a:solidFill>
                        <a:schemeClr val="bg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endParaRPr>
                  </a:p>
                </p:txBody>
              </p:sp>
              <p:sp>
                <p:nvSpPr>
                  <p:cNvPr id="68" name="Rectangle 67">
                    <a:extLst>
                      <a:ext uri="{FF2B5EF4-FFF2-40B4-BE49-F238E27FC236}">
                        <a16:creationId xmlns:a16="http://schemas.microsoft.com/office/drawing/2014/main" id="{D1E538EB-4966-4DF3-807E-F386997A02F6}"/>
                      </a:ext>
                    </a:extLst>
                  </p:cNvPr>
                  <p:cNvSpPr/>
                  <p:nvPr/>
                </p:nvSpPr>
                <p:spPr>
                  <a:xfrm>
                    <a:off x="-449236" y="800148"/>
                    <a:ext cx="2496714" cy="188735"/>
                  </a:xfrm>
                  <a:prstGeom prst="rect">
                    <a:avLst/>
                  </a:prstGeom>
                </p:spPr>
                <p:txBody>
                  <a:bodyPr wrap="square" lIns="0" tIns="0" rIns="0" bIns="0">
                    <a:spAutoFit/>
                  </a:bodyPr>
                  <a:lstStyle>
                    <a:defPPr>
                      <a:defRPr lang="en-US"/>
                    </a:defPPr>
                    <a:lvl1pPr marL="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sz="1200" dirty="0">
                        <a:solidFill>
                          <a:schemeClr val="bg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a:t>06 00 00 00 00</a:t>
                    </a:r>
                  </a:p>
                </p:txBody>
              </p:sp>
              <p:sp>
                <p:nvSpPr>
                  <p:cNvPr id="69" name="Rectangle 68">
                    <a:extLst>
                      <a:ext uri="{FF2B5EF4-FFF2-40B4-BE49-F238E27FC236}">
                        <a16:creationId xmlns:a16="http://schemas.microsoft.com/office/drawing/2014/main" id="{C0C36B8F-7B1D-476F-A3E0-2D0EAE17AB53}"/>
                      </a:ext>
                    </a:extLst>
                  </p:cNvPr>
                  <p:cNvSpPr/>
                  <p:nvPr/>
                </p:nvSpPr>
                <p:spPr>
                  <a:xfrm>
                    <a:off x="-449237" y="1674050"/>
                    <a:ext cx="2496715" cy="188735"/>
                  </a:xfrm>
                  <a:prstGeom prst="rect">
                    <a:avLst/>
                  </a:prstGeom>
                </p:spPr>
                <p:txBody>
                  <a:bodyPr wrap="square" lIns="0" tIns="0" rIns="0" bIns="0">
                    <a:spAutoFit/>
                  </a:bodyPr>
                  <a:lstStyle>
                    <a:defPPr>
                      <a:defRPr lang="en-US"/>
                    </a:defPPr>
                    <a:lvl1pPr marL="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sz="1200" dirty="0">
                        <a:solidFill>
                          <a:schemeClr val="bg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a:t>prénom.nom@mail.com</a:t>
                    </a:r>
                    <a:endParaRPr lang="fr-FR" sz="1200" dirty="0">
                      <a:solidFill>
                        <a:schemeClr val="bg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endParaRPr>
                  </a:p>
                </p:txBody>
              </p:sp>
            </p:grpSp>
            <p:sp>
              <p:nvSpPr>
                <p:cNvPr id="64" name="شكل حر 78">
                  <a:extLst>
                    <a:ext uri="{FF2B5EF4-FFF2-40B4-BE49-F238E27FC236}">
                      <a16:creationId xmlns:a16="http://schemas.microsoft.com/office/drawing/2014/main" id="{F3AD5EB3-52D7-41C6-AD25-5EE18EF6EF0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237794" y="2094815"/>
                  <a:ext cx="181290" cy="273749"/>
                </a:xfrm>
                <a:custGeom>
                  <a:avLst/>
                  <a:gdLst>
                    <a:gd name="connsiteX0" fmla="*/ 1316986 w 2647950"/>
                    <a:gd name="connsiteY0" fmla="*/ 704850 h 3976070"/>
                    <a:gd name="connsiteX1" fmla="*/ 776597 w 2647950"/>
                    <a:gd name="connsiteY1" fmla="*/ 1245239 h 3976070"/>
                    <a:gd name="connsiteX2" fmla="*/ 1316986 w 2647950"/>
                    <a:gd name="connsiteY2" fmla="*/ 1785628 h 3976070"/>
                    <a:gd name="connsiteX3" fmla="*/ 1857375 w 2647950"/>
                    <a:gd name="connsiteY3" fmla="*/ 1245239 h 3976070"/>
                    <a:gd name="connsiteX4" fmla="*/ 1316986 w 2647950"/>
                    <a:gd name="connsiteY4" fmla="*/ 704850 h 3976070"/>
                    <a:gd name="connsiteX5" fmla="*/ 1323975 w 2647950"/>
                    <a:gd name="connsiteY5" fmla="*/ 0 h 3976070"/>
                    <a:gd name="connsiteX6" fmla="*/ 2647950 w 2647950"/>
                    <a:gd name="connsiteY6" fmla="*/ 1323975 h 3976070"/>
                    <a:gd name="connsiteX7" fmla="*/ 2421836 w 2647950"/>
                    <a:gd name="connsiteY7" fmla="*/ 2064222 h 3976070"/>
                    <a:gd name="connsiteX8" fmla="*/ 2358543 w 2647950"/>
                    <a:gd name="connsiteY8" fmla="*/ 2148863 h 3976070"/>
                    <a:gd name="connsiteX9" fmla="*/ 1334733 w 2647950"/>
                    <a:gd name="connsiteY9" fmla="*/ 3976070 h 3976070"/>
                    <a:gd name="connsiteX10" fmla="*/ 273757 w 2647950"/>
                    <a:gd name="connsiteY10" fmla="*/ 2127934 h 3976070"/>
                    <a:gd name="connsiteX11" fmla="*/ 226114 w 2647950"/>
                    <a:gd name="connsiteY11" fmla="*/ 2064222 h 3976070"/>
                    <a:gd name="connsiteX12" fmla="*/ 0 w 2647950"/>
                    <a:gd name="connsiteY12" fmla="*/ 1323975 h 3976070"/>
                    <a:gd name="connsiteX13" fmla="*/ 1323975 w 2647950"/>
                    <a:gd name="connsiteY13" fmla="*/ 0 h 39760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647950" h="3976070">
                      <a:moveTo>
                        <a:pt x="1316986" y="704850"/>
                      </a:moveTo>
                      <a:cubicBezTo>
                        <a:pt x="1018537" y="704850"/>
                        <a:pt x="776597" y="946790"/>
                        <a:pt x="776597" y="1245239"/>
                      </a:cubicBezTo>
                      <a:cubicBezTo>
                        <a:pt x="776597" y="1543688"/>
                        <a:pt x="1018537" y="1785628"/>
                        <a:pt x="1316986" y="1785628"/>
                      </a:cubicBezTo>
                      <a:cubicBezTo>
                        <a:pt x="1615435" y="1785628"/>
                        <a:pt x="1857375" y="1543688"/>
                        <a:pt x="1857375" y="1245239"/>
                      </a:cubicBezTo>
                      <a:cubicBezTo>
                        <a:pt x="1857375" y="946790"/>
                        <a:pt x="1615435" y="704850"/>
                        <a:pt x="1316986" y="704850"/>
                      </a:cubicBezTo>
                      <a:close/>
                      <a:moveTo>
                        <a:pt x="1323975" y="0"/>
                      </a:moveTo>
                      <a:cubicBezTo>
                        <a:pt x="2055186" y="0"/>
                        <a:pt x="2647950" y="592764"/>
                        <a:pt x="2647950" y="1323975"/>
                      </a:cubicBezTo>
                      <a:cubicBezTo>
                        <a:pt x="2647950" y="1598179"/>
                        <a:pt x="2564593" y="1852914"/>
                        <a:pt x="2421836" y="2064222"/>
                      </a:cubicBezTo>
                      <a:lnTo>
                        <a:pt x="2358543" y="2148863"/>
                      </a:lnTo>
                      <a:lnTo>
                        <a:pt x="1334733" y="3976070"/>
                      </a:lnTo>
                      <a:lnTo>
                        <a:pt x="273757" y="2127934"/>
                      </a:lnTo>
                      <a:lnTo>
                        <a:pt x="226114" y="2064222"/>
                      </a:lnTo>
                      <a:cubicBezTo>
                        <a:pt x="83358" y="1852914"/>
                        <a:pt x="0" y="1598179"/>
                        <a:pt x="0" y="1323975"/>
                      </a:cubicBezTo>
                      <a:cubicBezTo>
                        <a:pt x="0" y="592764"/>
                        <a:pt x="592764" y="0"/>
                        <a:pt x="1323975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793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89469" tIns="44734" rIns="89469" bIns="44734" numCol="1" spcCol="0" rtlCol="1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just"/>
                  <a:endParaRPr lang="fr-MA" sz="127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endParaRPr>
                </a:p>
              </p:txBody>
            </p:sp>
            <p:sp>
              <p:nvSpPr>
                <p:cNvPr id="65" name="شكل حر 85">
                  <a:extLst>
                    <a:ext uri="{FF2B5EF4-FFF2-40B4-BE49-F238E27FC236}">
                      <a16:creationId xmlns:a16="http://schemas.microsoft.com/office/drawing/2014/main" id="{3BAFBC41-C11A-4A85-9AE8-93C87E13057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208632" y="1268153"/>
                  <a:ext cx="257969" cy="183938"/>
                </a:xfrm>
                <a:custGeom>
                  <a:avLst/>
                  <a:gdLst>
                    <a:gd name="connsiteX0" fmla="*/ 3316236 w 8372474"/>
                    <a:gd name="connsiteY0" fmla="*/ 3531540 h 5981701"/>
                    <a:gd name="connsiteX1" fmla="*/ 1307076 w 8372474"/>
                    <a:gd name="connsiteY1" fmla="*/ 5537782 h 5981701"/>
                    <a:gd name="connsiteX2" fmla="*/ 7035211 w 8372474"/>
                    <a:gd name="connsiteY2" fmla="*/ 5534939 h 5981701"/>
                    <a:gd name="connsiteX3" fmla="*/ 5064612 w 8372474"/>
                    <a:gd name="connsiteY3" fmla="*/ 3558654 h 5981701"/>
                    <a:gd name="connsiteX4" fmla="*/ 4317667 w 8372474"/>
                    <a:gd name="connsiteY4" fmla="*/ 4306522 h 5981701"/>
                    <a:gd name="connsiteX5" fmla="*/ 4091217 w 8372474"/>
                    <a:gd name="connsiteY5" fmla="*/ 4308903 h 5981701"/>
                    <a:gd name="connsiteX6" fmla="*/ 7887285 w 8372474"/>
                    <a:gd name="connsiteY6" fmla="*/ 736631 h 5981701"/>
                    <a:gd name="connsiteX7" fmla="*/ 5379748 w 8372474"/>
                    <a:gd name="connsiteY7" fmla="*/ 3243523 h 5981701"/>
                    <a:gd name="connsiteX8" fmla="*/ 7665088 w 8372474"/>
                    <a:gd name="connsiteY8" fmla="*/ 5527516 h 5981701"/>
                    <a:gd name="connsiteX9" fmla="*/ 7884020 w 8372474"/>
                    <a:gd name="connsiteY9" fmla="*/ 5078798 h 5981701"/>
                    <a:gd name="connsiteX10" fmla="*/ 7887285 w 8372474"/>
                    <a:gd name="connsiteY10" fmla="*/ 736631 h 5981701"/>
                    <a:gd name="connsiteX11" fmla="*/ 494711 w 8372474"/>
                    <a:gd name="connsiteY11" fmla="*/ 712818 h 5981701"/>
                    <a:gd name="connsiteX12" fmla="*/ 497974 w 8372474"/>
                    <a:gd name="connsiteY12" fmla="*/ 5054986 h 5981701"/>
                    <a:gd name="connsiteX13" fmla="*/ 716862 w 8372474"/>
                    <a:gd name="connsiteY13" fmla="*/ 5503704 h 5981701"/>
                    <a:gd name="connsiteX14" fmla="*/ 3001739 w 8372474"/>
                    <a:gd name="connsiteY14" fmla="*/ 3219711 h 5981701"/>
                    <a:gd name="connsiteX15" fmla="*/ 881060 w 8372474"/>
                    <a:gd name="connsiteY15" fmla="*/ 472017 h 5981701"/>
                    <a:gd name="connsiteX16" fmla="*/ 4067173 w 8372474"/>
                    <a:gd name="connsiteY16" fmla="*/ 3655748 h 5981701"/>
                    <a:gd name="connsiteX17" fmla="*/ 4212429 w 8372474"/>
                    <a:gd name="connsiteY17" fmla="*/ 3729567 h 5981701"/>
                    <a:gd name="connsiteX18" fmla="*/ 4348161 w 8372474"/>
                    <a:gd name="connsiteY18" fmla="*/ 3641461 h 5981701"/>
                    <a:gd name="connsiteX19" fmla="*/ 7519985 w 8372474"/>
                    <a:gd name="connsiteY19" fmla="*/ 472017 h 5981701"/>
                    <a:gd name="connsiteX20" fmla="*/ 892290 w 8372474"/>
                    <a:gd name="connsiteY20" fmla="*/ 0 h 5981701"/>
                    <a:gd name="connsiteX21" fmla="*/ 7480184 w 8372474"/>
                    <a:gd name="connsiteY21" fmla="*/ 0 h 5981701"/>
                    <a:gd name="connsiteX22" fmla="*/ 8372474 w 8372474"/>
                    <a:gd name="connsiteY22" fmla="*/ 892290 h 5981701"/>
                    <a:gd name="connsiteX23" fmla="*/ 8372474 w 8372474"/>
                    <a:gd name="connsiteY23" fmla="*/ 5089411 h 5981701"/>
                    <a:gd name="connsiteX24" fmla="*/ 7480184 w 8372474"/>
                    <a:gd name="connsiteY24" fmla="*/ 5981701 h 5981701"/>
                    <a:gd name="connsiteX25" fmla="*/ 892290 w 8372474"/>
                    <a:gd name="connsiteY25" fmla="*/ 5981701 h 5981701"/>
                    <a:gd name="connsiteX26" fmla="*/ 0 w 8372474"/>
                    <a:gd name="connsiteY26" fmla="*/ 5089411 h 5981701"/>
                    <a:gd name="connsiteX27" fmla="*/ 0 w 8372474"/>
                    <a:gd name="connsiteY27" fmla="*/ 892290 h 5981701"/>
                    <a:gd name="connsiteX28" fmla="*/ 892290 w 8372474"/>
                    <a:gd name="connsiteY28" fmla="*/ 0 h 59817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8372474" h="5981701">
                      <a:moveTo>
                        <a:pt x="3316236" y="3531540"/>
                      </a:moveTo>
                      <a:lnTo>
                        <a:pt x="1307076" y="5537782"/>
                      </a:lnTo>
                      <a:lnTo>
                        <a:pt x="7035211" y="5534939"/>
                      </a:lnTo>
                      <a:lnTo>
                        <a:pt x="5064612" y="3558654"/>
                      </a:lnTo>
                      <a:lnTo>
                        <a:pt x="4317667" y="4306522"/>
                      </a:lnTo>
                      <a:cubicBezTo>
                        <a:pt x="4246947" y="4383516"/>
                        <a:pt x="4152413" y="4365259"/>
                        <a:pt x="4091217" y="4308903"/>
                      </a:cubicBezTo>
                      <a:close/>
                      <a:moveTo>
                        <a:pt x="7887285" y="736631"/>
                      </a:moveTo>
                      <a:lnTo>
                        <a:pt x="5379748" y="3243523"/>
                      </a:lnTo>
                      <a:lnTo>
                        <a:pt x="7665088" y="5527516"/>
                      </a:lnTo>
                      <a:cubicBezTo>
                        <a:pt x="7783318" y="5489862"/>
                        <a:pt x="7896785" y="5392677"/>
                        <a:pt x="7884020" y="5078798"/>
                      </a:cubicBezTo>
                      <a:cubicBezTo>
                        <a:pt x="7877170" y="3582196"/>
                        <a:pt x="7894135" y="2233232"/>
                        <a:pt x="7887285" y="736631"/>
                      </a:cubicBezTo>
                      <a:close/>
                      <a:moveTo>
                        <a:pt x="494711" y="712818"/>
                      </a:moveTo>
                      <a:cubicBezTo>
                        <a:pt x="487861" y="2209420"/>
                        <a:pt x="504824" y="3558384"/>
                        <a:pt x="497974" y="5054986"/>
                      </a:cubicBezTo>
                      <a:cubicBezTo>
                        <a:pt x="485212" y="5368865"/>
                        <a:pt x="598656" y="5466050"/>
                        <a:pt x="716862" y="5503704"/>
                      </a:cubicBezTo>
                      <a:lnTo>
                        <a:pt x="3001739" y="3219711"/>
                      </a:lnTo>
                      <a:close/>
                      <a:moveTo>
                        <a:pt x="881060" y="472017"/>
                      </a:moveTo>
                      <a:lnTo>
                        <a:pt x="4067173" y="3655748"/>
                      </a:lnTo>
                      <a:cubicBezTo>
                        <a:pt x="4101304" y="3685117"/>
                        <a:pt x="4099716" y="3719248"/>
                        <a:pt x="4212429" y="3729567"/>
                      </a:cubicBezTo>
                      <a:cubicBezTo>
                        <a:pt x="4298154" y="3712104"/>
                        <a:pt x="4312442" y="3685118"/>
                        <a:pt x="4348161" y="3641461"/>
                      </a:cubicBezTo>
                      <a:lnTo>
                        <a:pt x="7519985" y="472017"/>
                      </a:lnTo>
                      <a:close/>
                      <a:moveTo>
                        <a:pt x="892290" y="0"/>
                      </a:moveTo>
                      <a:lnTo>
                        <a:pt x="7480184" y="0"/>
                      </a:lnTo>
                      <a:cubicBezTo>
                        <a:pt x="7972982" y="0"/>
                        <a:pt x="8372474" y="399492"/>
                        <a:pt x="8372474" y="892290"/>
                      </a:cubicBezTo>
                      <a:lnTo>
                        <a:pt x="8372474" y="5089411"/>
                      </a:lnTo>
                      <a:cubicBezTo>
                        <a:pt x="8372474" y="5582209"/>
                        <a:pt x="7972982" y="5981701"/>
                        <a:pt x="7480184" y="5981701"/>
                      </a:cubicBezTo>
                      <a:lnTo>
                        <a:pt x="892290" y="5981701"/>
                      </a:lnTo>
                      <a:cubicBezTo>
                        <a:pt x="399492" y="5981701"/>
                        <a:pt x="0" y="5582209"/>
                        <a:pt x="0" y="5089411"/>
                      </a:cubicBezTo>
                      <a:lnTo>
                        <a:pt x="0" y="892290"/>
                      </a:lnTo>
                      <a:cubicBezTo>
                        <a:pt x="0" y="399492"/>
                        <a:pt x="399492" y="0"/>
                        <a:pt x="892290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89469" tIns="44734" rIns="89469" bIns="44734" numCol="1" spcCol="0" rtlCol="1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just"/>
                  <a:endParaRPr lang="fr-MA" sz="127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endParaRPr>
                </a:p>
              </p:txBody>
            </p:sp>
            <p:sp>
              <p:nvSpPr>
                <p:cNvPr id="66" name="Freeform: Shape 65">
                  <a:extLst>
                    <a:ext uri="{FF2B5EF4-FFF2-40B4-BE49-F238E27FC236}">
                      <a16:creationId xmlns:a16="http://schemas.microsoft.com/office/drawing/2014/main" id="{463A210D-425D-4E97-A9EB-38C7D2E4D0BA}"/>
                    </a:ext>
                  </a:extLst>
                </p:cNvPr>
                <p:cNvSpPr/>
                <p:nvPr/>
              </p:nvSpPr>
              <p:spPr>
                <a:xfrm>
                  <a:off x="2217036" y="361730"/>
                  <a:ext cx="238946" cy="238946"/>
                </a:xfrm>
                <a:custGeom>
                  <a:avLst/>
                  <a:gdLst>
                    <a:gd name="connsiteX0" fmla="*/ 67377 w 108660"/>
                    <a:gd name="connsiteY0" fmla="*/ 71902 h 115365"/>
                    <a:gd name="connsiteX1" fmla="*/ 70853 w 108660"/>
                    <a:gd name="connsiteY1" fmla="*/ 73629 h 115365"/>
                    <a:gd name="connsiteX2" fmla="*/ 86114 w 108660"/>
                    <a:gd name="connsiteY2" fmla="*/ 100034 h 115365"/>
                    <a:gd name="connsiteX3" fmla="*/ 84836 w 108660"/>
                    <a:gd name="connsiteY3" fmla="*/ 104841 h 115365"/>
                    <a:gd name="connsiteX4" fmla="*/ 76774 w 108660"/>
                    <a:gd name="connsiteY4" fmla="*/ 109523 h 115365"/>
                    <a:gd name="connsiteX5" fmla="*/ 71978 w 108660"/>
                    <a:gd name="connsiteY5" fmla="*/ 108243 h 115365"/>
                    <a:gd name="connsiteX6" fmla="*/ 56717 w 108660"/>
                    <a:gd name="connsiteY6" fmla="*/ 81838 h 115365"/>
                    <a:gd name="connsiteX7" fmla="*/ 57995 w 108660"/>
                    <a:gd name="connsiteY7" fmla="*/ 77031 h 115365"/>
                    <a:gd name="connsiteX8" fmla="*/ 66057 w 108660"/>
                    <a:gd name="connsiteY8" fmla="*/ 72349 h 115365"/>
                    <a:gd name="connsiteX9" fmla="*/ 67377 w 108660"/>
                    <a:gd name="connsiteY9" fmla="*/ 71902 h 115365"/>
                    <a:gd name="connsiteX10" fmla="*/ 90660 w 108660"/>
                    <a:gd name="connsiteY10" fmla="*/ 11963 h 115365"/>
                    <a:gd name="connsiteX11" fmla="*/ 108660 w 108660"/>
                    <a:gd name="connsiteY11" fmla="*/ 29963 h 115365"/>
                    <a:gd name="connsiteX12" fmla="*/ 90660 w 108660"/>
                    <a:gd name="connsiteY12" fmla="*/ 47963 h 115365"/>
                    <a:gd name="connsiteX13" fmla="*/ 72660 w 108660"/>
                    <a:gd name="connsiteY13" fmla="*/ 29963 h 115365"/>
                    <a:gd name="connsiteX14" fmla="*/ 90660 w 108660"/>
                    <a:gd name="connsiteY14" fmla="*/ 11963 h 115365"/>
                    <a:gd name="connsiteX15" fmla="*/ 12883 w 108660"/>
                    <a:gd name="connsiteY15" fmla="*/ 10583 h 115365"/>
                    <a:gd name="connsiteX16" fmla="*/ 28856 w 108660"/>
                    <a:gd name="connsiteY16" fmla="*/ 38492 h 115365"/>
                    <a:gd name="connsiteX17" fmla="*/ 29670 w 108660"/>
                    <a:gd name="connsiteY17" fmla="*/ 68633 h 115365"/>
                    <a:gd name="connsiteX18" fmla="*/ 54537 w 108660"/>
                    <a:gd name="connsiteY18" fmla="*/ 82872 h 115365"/>
                    <a:gd name="connsiteX19" fmla="*/ 70535 w 108660"/>
                    <a:gd name="connsiteY19" fmla="*/ 110710 h 115365"/>
                    <a:gd name="connsiteX20" fmla="*/ 56894 w 108660"/>
                    <a:gd name="connsiteY20" fmla="*/ 115365 h 115365"/>
                    <a:gd name="connsiteX21" fmla="*/ 45294 w 108660"/>
                    <a:gd name="connsiteY21" fmla="*/ 110850 h 115365"/>
                    <a:gd name="connsiteX22" fmla="*/ 20 w 108660"/>
                    <a:gd name="connsiteY22" fmla="*/ 26785 h 115365"/>
                    <a:gd name="connsiteX23" fmla="*/ 3356 w 108660"/>
                    <a:gd name="connsiteY23" fmla="*/ 17711 h 115365"/>
                    <a:gd name="connsiteX24" fmla="*/ 12883 w 108660"/>
                    <a:gd name="connsiteY24" fmla="*/ 10583 h 115365"/>
                    <a:gd name="connsiteX25" fmla="*/ 26146 w 108660"/>
                    <a:gd name="connsiteY25" fmla="*/ 27 h 115365"/>
                    <a:gd name="connsiteX26" fmla="*/ 29622 w 108660"/>
                    <a:gd name="connsiteY26" fmla="*/ 1755 h 115365"/>
                    <a:gd name="connsiteX27" fmla="*/ 44882 w 108660"/>
                    <a:gd name="connsiteY27" fmla="*/ 28160 h 115365"/>
                    <a:gd name="connsiteX28" fmla="*/ 43605 w 108660"/>
                    <a:gd name="connsiteY28" fmla="*/ 32967 h 115365"/>
                    <a:gd name="connsiteX29" fmla="*/ 35542 w 108660"/>
                    <a:gd name="connsiteY29" fmla="*/ 37649 h 115365"/>
                    <a:gd name="connsiteX30" fmla="*/ 30747 w 108660"/>
                    <a:gd name="connsiteY30" fmla="*/ 36368 h 115365"/>
                    <a:gd name="connsiteX31" fmla="*/ 15486 w 108660"/>
                    <a:gd name="connsiteY31" fmla="*/ 9963 h 115365"/>
                    <a:gd name="connsiteX32" fmla="*/ 16764 w 108660"/>
                    <a:gd name="connsiteY32" fmla="*/ 5156 h 115365"/>
                    <a:gd name="connsiteX33" fmla="*/ 24826 w 108660"/>
                    <a:gd name="connsiteY33" fmla="*/ 474 h 115365"/>
                    <a:gd name="connsiteX34" fmla="*/ 26146 w 108660"/>
                    <a:gd name="connsiteY34" fmla="*/ 27 h 1153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108660" h="115365">
                      <a:moveTo>
                        <a:pt x="67377" y="71902"/>
                      </a:moveTo>
                      <a:cubicBezTo>
                        <a:pt x="68734" y="71731"/>
                        <a:pt x="70124" y="72369"/>
                        <a:pt x="70853" y="73629"/>
                      </a:cubicBezTo>
                      <a:lnTo>
                        <a:pt x="86114" y="100034"/>
                      </a:lnTo>
                      <a:cubicBezTo>
                        <a:pt x="87085" y="101715"/>
                        <a:pt x="86513" y="103867"/>
                        <a:pt x="84836" y="104841"/>
                      </a:cubicBezTo>
                      <a:lnTo>
                        <a:pt x="76774" y="109523"/>
                      </a:lnTo>
                      <a:cubicBezTo>
                        <a:pt x="75097" y="110497"/>
                        <a:pt x="72950" y="109924"/>
                        <a:pt x="71978" y="108243"/>
                      </a:cubicBezTo>
                      <a:lnTo>
                        <a:pt x="56717" y="81838"/>
                      </a:lnTo>
                      <a:cubicBezTo>
                        <a:pt x="55746" y="80157"/>
                        <a:pt x="56318" y="78005"/>
                        <a:pt x="57995" y="77031"/>
                      </a:cubicBezTo>
                      <a:lnTo>
                        <a:pt x="66057" y="72349"/>
                      </a:lnTo>
                      <a:cubicBezTo>
                        <a:pt x="66477" y="72106"/>
                        <a:pt x="66925" y="71959"/>
                        <a:pt x="67377" y="71902"/>
                      </a:cubicBezTo>
                      <a:close/>
                      <a:moveTo>
                        <a:pt x="90660" y="11963"/>
                      </a:moveTo>
                      <a:cubicBezTo>
                        <a:pt x="100601" y="11963"/>
                        <a:pt x="108660" y="20022"/>
                        <a:pt x="108660" y="29963"/>
                      </a:cubicBezTo>
                      <a:cubicBezTo>
                        <a:pt x="108660" y="39904"/>
                        <a:pt x="100601" y="47963"/>
                        <a:pt x="90660" y="47963"/>
                      </a:cubicBezTo>
                      <a:cubicBezTo>
                        <a:pt x="80719" y="47963"/>
                        <a:pt x="72660" y="39904"/>
                        <a:pt x="72660" y="29963"/>
                      </a:cubicBezTo>
                      <a:cubicBezTo>
                        <a:pt x="72660" y="20022"/>
                        <a:pt x="80719" y="11963"/>
                        <a:pt x="90660" y="11963"/>
                      </a:cubicBezTo>
                      <a:close/>
                      <a:moveTo>
                        <a:pt x="12883" y="10583"/>
                      </a:moveTo>
                      <a:lnTo>
                        <a:pt x="28856" y="38492"/>
                      </a:lnTo>
                      <a:cubicBezTo>
                        <a:pt x="19525" y="44628"/>
                        <a:pt x="25413" y="61107"/>
                        <a:pt x="29670" y="68633"/>
                      </a:cubicBezTo>
                      <a:cubicBezTo>
                        <a:pt x="34137" y="76158"/>
                        <a:pt x="44638" y="88577"/>
                        <a:pt x="54537" y="82872"/>
                      </a:cubicBezTo>
                      <a:lnTo>
                        <a:pt x="70535" y="110710"/>
                      </a:lnTo>
                      <a:cubicBezTo>
                        <a:pt x="62330" y="115705"/>
                        <a:pt x="59819" y="115213"/>
                        <a:pt x="56894" y="115365"/>
                      </a:cubicBezTo>
                      <a:cubicBezTo>
                        <a:pt x="52780" y="115307"/>
                        <a:pt x="47969" y="112616"/>
                        <a:pt x="45294" y="110850"/>
                      </a:cubicBezTo>
                      <a:cubicBezTo>
                        <a:pt x="32483" y="102989"/>
                        <a:pt x="-936" y="61099"/>
                        <a:pt x="20" y="26785"/>
                      </a:cubicBezTo>
                      <a:cubicBezTo>
                        <a:pt x="137" y="22672"/>
                        <a:pt x="1794" y="19675"/>
                        <a:pt x="3356" y="17711"/>
                      </a:cubicBezTo>
                      <a:cubicBezTo>
                        <a:pt x="5476" y="15116"/>
                        <a:pt x="9518" y="12492"/>
                        <a:pt x="12883" y="10583"/>
                      </a:cubicBezTo>
                      <a:close/>
                      <a:moveTo>
                        <a:pt x="26146" y="27"/>
                      </a:moveTo>
                      <a:cubicBezTo>
                        <a:pt x="27503" y="-144"/>
                        <a:pt x="28893" y="494"/>
                        <a:pt x="29622" y="1755"/>
                      </a:cubicBezTo>
                      <a:lnTo>
                        <a:pt x="44882" y="28160"/>
                      </a:lnTo>
                      <a:cubicBezTo>
                        <a:pt x="45854" y="29841"/>
                        <a:pt x="45282" y="31993"/>
                        <a:pt x="43605" y="32967"/>
                      </a:cubicBezTo>
                      <a:lnTo>
                        <a:pt x="35542" y="37649"/>
                      </a:lnTo>
                      <a:cubicBezTo>
                        <a:pt x="33866" y="38622"/>
                        <a:pt x="31719" y="38049"/>
                        <a:pt x="30747" y="36368"/>
                      </a:cubicBezTo>
                      <a:lnTo>
                        <a:pt x="15486" y="9963"/>
                      </a:lnTo>
                      <a:cubicBezTo>
                        <a:pt x="14515" y="8282"/>
                        <a:pt x="15087" y="6130"/>
                        <a:pt x="16764" y="5156"/>
                      </a:cubicBezTo>
                      <a:lnTo>
                        <a:pt x="24826" y="474"/>
                      </a:lnTo>
                      <a:cubicBezTo>
                        <a:pt x="25245" y="231"/>
                        <a:pt x="25694" y="84"/>
                        <a:pt x="26146" y="27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just"/>
                  <a:endParaRPr lang="fr-MA" sz="127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endParaRPr>
                </a:p>
              </p:txBody>
            </p:sp>
          </p:grp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62202AA1-FEC6-42C8-96AD-5480B5990210}"/>
                  </a:ext>
                </a:extLst>
              </p:cNvPr>
              <p:cNvSpPr/>
              <p:nvPr/>
            </p:nvSpPr>
            <p:spPr>
              <a:xfrm>
                <a:off x="139112" y="6700130"/>
                <a:ext cx="2442895" cy="180178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rtl="1">
                  <a:lnSpc>
                    <a:spcPct val="107000"/>
                  </a:lnSpc>
                  <a:spcAft>
                    <a:spcPts val="761"/>
                  </a:spcAft>
                </a:pPr>
                <a:r>
                  <a:rPr lang="fr-MA" sz="1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/LinkedIn</a:t>
                </a:r>
                <a:endParaRPr lang="fr-FR" sz="12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F3235CA1-833D-42EB-A504-7018732A6C18}"/>
                  </a:ext>
                </a:extLst>
              </p:cNvPr>
              <p:cNvSpPr/>
              <p:nvPr/>
            </p:nvSpPr>
            <p:spPr>
              <a:xfrm>
                <a:off x="1252476" y="6248918"/>
                <a:ext cx="216406" cy="240194"/>
              </a:xfrm>
              <a:prstGeom prst="rect">
                <a:avLst/>
              </a:prstGeom>
            </p:spPr>
            <p:txBody>
              <a:bodyPr wrap="none" lIns="0" tIns="0" rIns="0" bIns="0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r">
                  <a:lnSpc>
                    <a:spcPct val="107000"/>
                  </a:lnSpc>
                  <a:spcAft>
                    <a:spcPts val="761"/>
                  </a:spcAft>
                </a:pPr>
                <a:r>
                  <a:rPr lang="fr-MA" sz="1600" b="1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in</a:t>
                </a:r>
                <a:endParaRPr lang="fr-FR" sz="3200" b="1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p:grp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0564669A-3741-41F1-9835-F5D7C08EA3F8}"/>
                </a:ext>
              </a:extLst>
            </p:cNvPr>
            <p:cNvSpPr/>
            <p:nvPr/>
          </p:nvSpPr>
          <p:spPr>
            <a:xfrm>
              <a:off x="1162159" y="3411658"/>
              <a:ext cx="392253" cy="392253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9849E6F5-7ADF-4277-9113-B9D167A1F82E}"/>
                </a:ext>
              </a:extLst>
            </p:cNvPr>
            <p:cNvSpPr/>
            <p:nvPr/>
          </p:nvSpPr>
          <p:spPr>
            <a:xfrm>
              <a:off x="1162158" y="4271082"/>
              <a:ext cx="392253" cy="392253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FFDE82E7-EAB8-42B5-B2DB-F11315920099}"/>
                </a:ext>
              </a:extLst>
            </p:cNvPr>
            <p:cNvSpPr/>
            <p:nvPr/>
          </p:nvSpPr>
          <p:spPr>
            <a:xfrm>
              <a:off x="1162157" y="5130506"/>
              <a:ext cx="392253" cy="392253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23BBF2F5-C393-401D-A024-4F3D2908E599}"/>
                </a:ext>
              </a:extLst>
            </p:cNvPr>
            <p:cNvSpPr/>
            <p:nvPr/>
          </p:nvSpPr>
          <p:spPr>
            <a:xfrm>
              <a:off x="1162156" y="5989930"/>
              <a:ext cx="392253" cy="392253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1557291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409CFF"/>
        </a:solidFill>
        <a:ln w="25400">
          <a:noFill/>
        </a:ln>
        <a:effectLst/>
      </a:spPr>
      <a:bodyPr rtlCol="0" anchor="ctr"/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589</TotalTime>
  <Words>229</Words>
  <Application>Microsoft Office PowerPoint</Application>
  <PresentationFormat>Custom</PresentationFormat>
  <Paragraphs>45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Verdana</vt:lpstr>
      <vt:lpstr>Wingdings</vt:lpstr>
      <vt:lpstr>Thème 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Cvexemple.com © Tous droits réservés</dc:title>
  <dc:creator>YOUSSEF BAHLA</dc:creator>
  <cp:keywords>Cvexemple.com © Tous droits réservés</cp:keywords>
  <cp:lastModifiedBy>YUSF</cp:lastModifiedBy>
  <cp:revision>101</cp:revision>
  <dcterms:created xsi:type="dcterms:W3CDTF">2015-07-03T12:55:42Z</dcterms:created>
  <dcterms:modified xsi:type="dcterms:W3CDTF">2022-03-25T14:56:19Z</dcterms:modified>
  <cp:category>Cvexemple.com © Tous droits réservés</cp:category>
</cp:coreProperties>
</file>