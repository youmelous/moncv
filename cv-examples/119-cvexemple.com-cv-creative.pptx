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63" r:id="rId2"/>
  </p:sldIdLst>
  <p:sldSz cx="7562850" cy="10688638"/>
  <p:notesSz cx="6858000" cy="9144000"/>
  <p:defaultTextStyle>
    <a:defPPr>
      <a:defRPr lang="fr-F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7">
          <p15:clr>
            <a:srgbClr val="A4A3A4"/>
          </p15:clr>
        </p15:guide>
        <p15:guide id="2" pos="238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A6B2"/>
    <a:srgbClr val="353E4D"/>
    <a:srgbClr val="EBAC21"/>
    <a:srgbClr val="C77E28"/>
    <a:srgbClr val="22282E"/>
    <a:srgbClr val="ECAB1F"/>
    <a:srgbClr val="448FC0"/>
    <a:srgbClr val="444444"/>
    <a:srgbClr val="5B5B5B"/>
    <a:srgbClr val="1E7D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 snapToObjects="1">
      <p:cViewPr varScale="1">
        <p:scale>
          <a:sx n="41" d="100"/>
          <a:sy n="41" d="100"/>
        </p:scale>
        <p:origin x="1396" y="72"/>
      </p:cViewPr>
      <p:guideLst>
        <p:guide orient="horz" pos="3367"/>
        <p:guide pos="2382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82" d="100"/>
        <a:sy n="182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C4DE6C-73F1-4A6E-910A-4EB442F3EC02}" type="datetimeFigureOut">
              <a:rPr lang="fr-FR" smtClean="0"/>
              <a:t>09/02/2021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36800" y="1143000"/>
            <a:ext cx="2184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1E01C8-48AC-40EB-9205-AE711EA8466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26307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b="0" i="0" dirty="0">
                <a:solidFill>
                  <a:srgbClr val="909090"/>
                </a:solidFill>
                <a:effectLst/>
                <a:latin typeface="lato"/>
              </a:rPr>
              <a:t>© Copyright www.Cvexemple.com - Tous droits réservés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1E01C8-48AC-40EB-9205-AE711EA84665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388486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67214" y="3320407"/>
            <a:ext cx="6428423" cy="2291129"/>
          </a:xfrm>
        </p:spPr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134428" y="6056895"/>
            <a:ext cx="5293995" cy="2731541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t>09/02/2021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29F0-9E9D-5843-8AC4-BFFFF05F26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36680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t>09/02/2021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29F0-9E9D-5843-8AC4-BFFFF05F26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44734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97413" y="6868441"/>
            <a:ext cx="6428423" cy="212288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97413" y="4530301"/>
            <a:ext cx="6428423" cy="233813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t>09/02/2021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29F0-9E9D-5843-8AC4-BFFFF05F26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30993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312493" y="3887003"/>
            <a:ext cx="2752037" cy="1099544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190577" y="3887003"/>
            <a:ext cx="2752037" cy="1099544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t>09/02/2021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29F0-9E9D-5843-8AC4-BFFFF05F26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7692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78143" y="428041"/>
            <a:ext cx="6806565" cy="178144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78143" y="2392573"/>
            <a:ext cx="3341572" cy="99711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78143" y="3389684"/>
            <a:ext cx="3341572" cy="615833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3841823" y="2392573"/>
            <a:ext cx="3342885" cy="99711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3841823" y="3389684"/>
            <a:ext cx="3342885" cy="615833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t>09/02/2021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29F0-9E9D-5843-8AC4-BFFFF05F26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01791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t>09/02/2021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29F0-9E9D-5843-8AC4-BFFFF05F26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383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t>09/02/2021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29F0-9E9D-5843-8AC4-BFFFF05F26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37158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78143" y="425566"/>
            <a:ext cx="2488126" cy="181113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956864" y="425567"/>
            <a:ext cx="4227843" cy="912245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78143" y="2236697"/>
            <a:ext cx="2488126" cy="731132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t>09/02/2021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29F0-9E9D-5843-8AC4-BFFFF05F26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4443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82372" y="7482047"/>
            <a:ext cx="4537710" cy="88329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pour une image  2"/>
          <p:cNvSpPr>
            <a:spLocks noGrp="1"/>
          </p:cNvSpPr>
          <p:nvPr>
            <p:ph type="pic" idx="1"/>
          </p:nvPr>
        </p:nvSpPr>
        <p:spPr>
          <a:xfrm>
            <a:off x="1482372" y="955049"/>
            <a:ext cx="4537710" cy="641318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482372" y="8365344"/>
            <a:ext cx="4537710" cy="125443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t>09/02/2021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29F0-9E9D-5843-8AC4-BFFFF05F26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693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t>09/02/2021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29F0-9E9D-5843-8AC4-BFFFF05F26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070213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4535084" y="668040"/>
            <a:ext cx="1407530" cy="14214405"/>
          </a:xfrm>
        </p:spPr>
        <p:txBody>
          <a:bodyPr vert="eaVert"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312493" y="668040"/>
            <a:ext cx="4096544" cy="1421440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t>09/02/2021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29F0-9E9D-5843-8AC4-BFFFF05F26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6750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378143" y="428041"/>
            <a:ext cx="6806565" cy="17814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78143" y="2494016"/>
            <a:ext cx="6806565" cy="7054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378143" y="9906785"/>
            <a:ext cx="1764665" cy="5690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F6A27C-E2F9-C140-AA96-063441F5E1DC}" type="datetimeFigureOut">
              <a:rPr lang="fr-FR" smtClean="0"/>
              <a:t>09/02/2021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2583974" y="9906785"/>
            <a:ext cx="2394903" cy="5690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5420043" y="9906785"/>
            <a:ext cx="1764665" cy="5690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C829F0-9E9D-5843-8AC4-BFFFF05F26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75495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12894FF8-13DA-43FC-AFAD-92AEEE02EDAE}"/>
              </a:ext>
            </a:extLst>
          </p:cNvPr>
          <p:cNvSpPr/>
          <p:nvPr/>
        </p:nvSpPr>
        <p:spPr>
          <a:xfrm>
            <a:off x="-19279" y="0"/>
            <a:ext cx="7573722" cy="2288271"/>
          </a:xfrm>
          <a:custGeom>
            <a:avLst/>
            <a:gdLst>
              <a:gd name="connsiteX0" fmla="*/ 0 w 2197724"/>
              <a:gd name="connsiteY0" fmla="*/ 0 h 4988452"/>
              <a:gd name="connsiteX1" fmla="*/ 2197724 w 2197724"/>
              <a:gd name="connsiteY1" fmla="*/ 0 h 4988452"/>
              <a:gd name="connsiteX2" fmla="*/ 2197724 w 2197724"/>
              <a:gd name="connsiteY2" fmla="*/ 1228455 h 4988452"/>
              <a:gd name="connsiteX3" fmla="*/ 2197724 w 2197724"/>
              <a:gd name="connsiteY3" fmla="*/ 2925810 h 4988452"/>
              <a:gd name="connsiteX4" fmla="*/ 2197724 w 2197724"/>
              <a:gd name="connsiteY4" fmla="*/ 4988452 h 4988452"/>
              <a:gd name="connsiteX5" fmla="*/ 965303 w 2197724"/>
              <a:gd name="connsiteY5" fmla="*/ 3936476 h 4988452"/>
              <a:gd name="connsiteX6" fmla="*/ 1 w 2197724"/>
              <a:gd name="connsiteY6" fmla="*/ 3086438 h 4988452"/>
              <a:gd name="connsiteX7" fmla="*/ 329 w 2197724"/>
              <a:gd name="connsiteY7" fmla="*/ 2925810 h 4988452"/>
              <a:gd name="connsiteX8" fmla="*/ 0 w 2197724"/>
              <a:gd name="connsiteY8" fmla="*/ 2925810 h 4988452"/>
              <a:gd name="connsiteX0" fmla="*/ 0 w 2197724"/>
              <a:gd name="connsiteY0" fmla="*/ 0 h 4988452"/>
              <a:gd name="connsiteX1" fmla="*/ 2197724 w 2197724"/>
              <a:gd name="connsiteY1" fmla="*/ 0 h 4988452"/>
              <a:gd name="connsiteX2" fmla="*/ 2197724 w 2197724"/>
              <a:gd name="connsiteY2" fmla="*/ 1228455 h 4988452"/>
              <a:gd name="connsiteX3" fmla="*/ 2197724 w 2197724"/>
              <a:gd name="connsiteY3" fmla="*/ 2925810 h 4988452"/>
              <a:gd name="connsiteX4" fmla="*/ 2197724 w 2197724"/>
              <a:gd name="connsiteY4" fmla="*/ 4988452 h 4988452"/>
              <a:gd name="connsiteX5" fmla="*/ 965303 w 2197724"/>
              <a:gd name="connsiteY5" fmla="*/ 3936476 h 4988452"/>
              <a:gd name="connsiteX6" fmla="*/ 1 w 2197724"/>
              <a:gd name="connsiteY6" fmla="*/ 3086438 h 4988452"/>
              <a:gd name="connsiteX7" fmla="*/ 329 w 2197724"/>
              <a:gd name="connsiteY7" fmla="*/ 2925810 h 4988452"/>
              <a:gd name="connsiteX8" fmla="*/ 0 w 2197724"/>
              <a:gd name="connsiteY8" fmla="*/ 0 h 4988452"/>
              <a:gd name="connsiteX0" fmla="*/ 0 w 2197724"/>
              <a:gd name="connsiteY0" fmla="*/ 0 h 4988452"/>
              <a:gd name="connsiteX1" fmla="*/ 2197724 w 2197724"/>
              <a:gd name="connsiteY1" fmla="*/ 0 h 4988452"/>
              <a:gd name="connsiteX2" fmla="*/ 2197724 w 2197724"/>
              <a:gd name="connsiteY2" fmla="*/ 1228455 h 4988452"/>
              <a:gd name="connsiteX3" fmla="*/ 2197724 w 2197724"/>
              <a:gd name="connsiteY3" fmla="*/ 2925810 h 4988452"/>
              <a:gd name="connsiteX4" fmla="*/ 2197724 w 2197724"/>
              <a:gd name="connsiteY4" fmla="*/ 4988452 h 4988452"/>
              <a:gd name="connsiteX5" fmla="*/ 965303 w 2197724"/>
              <a:gd name="connsiteY5" fmla="*/ 3936476 h 4988452"/>
              <a:gd name="connsiteX6" fmla="*/ 329 w 2197724"/>
              <a:gd name="connsiteY6" fmla="*/ 2925810 h 4988452"/>
              <a:gd name="connsiteX7" fmla="*/ 0 w 2197724"/>
              <a:gd name="connsiteY7" fmla="*/ 0 h 4988452"/>
              <a:gd name="connsiteX0" fmla="*/ 33054 w 2230778"/>
              <a:gd name="connsiteY0" fmla="*/ 0 h 4988452"/>
              <a:gd name="connsiteX1" fmla="*/ 2230778 w 2230778"/>
              <a:gd name="connsiteY1" fmla="*/ 0 h 4988452"/>
              <a:gd name="connsiteX2" fmla="*/ 2230778 w 2230778"/>
              <a:gd name="connsiteY2" fmla="*/ 1228455 h 4988452"/>
              <a:gd name="connsiteX3" fmla="*/ 2230778 w 2230778"/>
              <a:gd name="connsiteY3" fmla="*/ 2925810 h 4988452"/>
              <a:gd name="connsiteX4" fmla="*/ 2230778 w 2230778"/>
              <a:gd name="connsiteY4" fmla="*/ 4988452 h 4988452"/>
              <a:gd name="connsiteX5" fmla="*/ 998357 w 2230778"/>
              <a:gd name="connsiteY5" fmla="*/ 3936476 h 4988452"/>
              <a:gd name="connsiteX6" fmla="*/ 33054 w 2230778"/>
              <a:gd name="connsiteY6" fmla="*/ 0 h 4988452"/>
              <a:gd name="connsiteX0" fmla="*/ 35353 w 2169618"/>
              <a:gd name="connsiteY0" fmla="*/ 0 h 5014374"/>
              <a:gd name="connsiteX1" fmla="*/ 2169618 w 2169618"/>
              <a:gd name="connsiteY1" fmla="*/ 25922 h 5014374"/>
              <a:gd name="connsiteX2" fmla="*/ 2169618 w 2169618"/>
              <a:gd name="connsiteY2" fmla="*/ 1254377 h 5014374"/>
              <a:gd name="connsiteX3" fmla="*/ 2169618 w 2169618"/>
              <a:gd name="connsiteY3" fmla="*/ 2951732 h 5014374"/>
              <a:gd name="connsiteX4" fmla="*/ 2169618 w 2169618"/>
              <a:gd name="connsiteY4" fmla="*/ 5014374 h 5014374"/>
              <a:gd name="connsiteX5" fmla="*/ 937197 w 2169618"/>
              <a:gd name="connsiteY5" fmla="*/ 3962398 h 5014374"/>
              <a:gd name="connsiteX6" fmla="*/ 35353 w 2169618"/>
              <a:gd name="connsiteY6" fmla="*/ 0 h 5014374"/>
              <a:gd name="connsiteX0" fmla="*/ 179645 w 2313910"/>
              <a:gd name="connsiteY0" fmla="*/ 0 h 5014374"/>
              <a:gd name="connsiteX1" fmla="*/ 2313910 w 2313910"/>
              <a:gd name="connsiteY1" fmla="*/ 25922 h 5014374"/>
              <a:gd name="connsiteX2" fmla="*/ 2313910 w 2313910"/>
              <a:gd name="connsiteY2" fmla="*/ 1254377 h 5014374"/>
              <a:gd name="connsiteX3" fmla="*/ 2313910 w 2313910"/>
              <a:gd name="connsiteY3" fmla="*/ 2951732 h 5014374"/>
              <a:gd name="connsiteX4" fmla="*/ 2313910 w 2313910"/>
              <a:gd name="connsiteY4" fmla="*/ 5014374 h 5014374"/>
              <a:gd name="connsiteX5" fmla="*/ 1081489 w 2313910"/>
              <a:gd name="connsiteY5" fmla="*/ 3962398 h 5014374"/>
              <a:gd name="connsiteX6" fmla="*/ 221522 w 2313910"/>
              <a:gd name="connsiteY6" fmla="*/ 1047883 h 5014374"/>
              <a:gd name="connsiteX7" fmla="*/ 179645 w 2313910"/>
              <a:gd name="connsiteY7" fmla="*/ 0 h 5014374"/>
              <a:gd name="connsiteX0" fmla="*/ 216872 w 2351137"/>
              <a:gd name="connsiteY0" fmla="*/ 0 h 5014374"/>
              <a:gd name="connsiteX1" fmla="*/ 2351137 w 2351137"/>
              <a:gd name="connsiteY1" fmla="*/ 25922 h 5014374"/>
              <a:gd name="connsiteX2" fmla="*/ 2351137 w 2351137"/>
              <a:gd name="connsiteY2" fmla="*/ 1254377 h 5014374"/>
              <a:gd name="connsiteX3" fmla="*/ 2351137 w 2351137"/>
              <a:gd name="connsiteY3" fmla="*/ 2951732 h 5014374"/>
              <a:gd name="connsiteX4" fmla="*/ 2351137 w 2351137"/>
              <a:gd name="connsiteY4" fmla="*/ 5014374 h 5014374"/>
              <a:gd name="connsiteX5" fmla="*/ 1118716 w 2351137"/>
              <a:gd name="connsiteY5" fmla="*/ 3962398 h 5014374"/>
              <a:gd name="connsiteX6" fmla="*/ 160035 w 2351137"/>
              <a:gd name="connsiteY6" fmla="*/ 4262218 h 5014374"/>
              <a:gd name="connsiteX7" fmla="*/ 216872 w 2351137"/>
              <a:gd name="connsiteY7" fmla="*/ 0 h 5014374"/>
              <a:gd name="connsiteX0" fmla="*/ 216872 w 2351137"/>
              <a:gd name="connsiteY0" fmla="*/ 0 h 5014374"/>
              <a:gd name="connsiteX1" fmla="*/ 2351137 w 2351137"/>
              <a:gd name="connsiteY1" fmla="*/ 25922 h 5014374"/>
              <a:gd name="connsiteX2" fmla="*/ 2351137 w 2351137"/>
              <a:gd name="connsiteY2" fmla="*/ 1254377 h 5014374"/>
              <a:gd name="connsiteX3" fmla="*/ 2351137 w 2351137"/>
              <a:gd name="connsiteY3" fmla="*/ 2951732 h 5014374"/>
              <a:gd name="connsiteX4" fmla="*/ 2351137 w 2351137"/>
              <a:gd name="connsiteY4" fmla="*/ 5014374 h 5014374"/>
              <a:gd name="connsiteX5" fmla="*/ 1118716 w 2351137"/>
              <a:gd name="connsiteY5" fmla="*/ 3962398 h 5014374"/>
              <a:gd name="connsiteX6" fmla="*/ 160035 w 2351137"/>
              <a:gd name="connsiteY6" fmla="*/ 4262218 h 5014374"/>
              <a:gd name="connsiteX7" fmla="*/ 216872 w 2351137"/>
              <a:gd name="connsiteY7" fmla="*/ 0 h 5014374"/>
              <a:gd name="connsiteX0" fmla="*/ 216872 w 2351137"/>
              <a:gd name="connsiteY0" fmla="*/ 0 h 5014374"/>
              <a:gd name="connsiteX1" fmla="*/ 2351137 w 2351137"/>
              <a:gd name="connsiteY1" fmla="*/ 25922 h 5014374"/>
              <a:gd name="connsiteX2" fmla="*/ 2351137 w 2351137"/>
              <a:gd name="connsiteY2" fmla="*/ 1254377 h 5014374"/>
              <a:gd name="connsiteX3" fmla="*/ 2351137 w 2351137"/>
              <a:gd name="connsiteY3" fmla="*/ 2951732 h 5014374"/>
              <a:gd name="connsiteX4" fmla="*/ 2351137 w 2351137"/>
              <a:gd name="connsiteY4" fmla="*/ 5014374 h 5014374"/>
              <a:gd name="connsiteX5" fmla="*/ 1118716 w 2351137"/>
              <a:gd name="connsiteY5" fmla="*/ 3962398 h 5014374"/>
              <a:gd name="connsiteX6" fmla="*/ 160035 w 2351137"/>
              <a:gd name="connsiteY6" fmla="*/ 4262218 h 5014374"/>
              <a:gd name="connsiteX7" fmla="*/ 216872 w 2351137"/>
              <a:gd name="connsiteY7" fmla="*/ 0 h 5014374"/>
              <a:gd name="connsiteX0" fmla="*/ 216872 w 2358188"/>
              <a:gd name="connsiteY0" fmla="*/ 0 h 4781077"/>
              <a:gd name="connsiteX1" fmla="*/ 2351137 w 2358188"/>
              <a:gd name="connsiteY1" fmla="*/ 25922 h 4781077"/>
              <a:gd name="connsiteX2" fmla="*/ 2351137 w 2358188"/>
              <a:gd name="connsiteY2" fmla="*/ 1254377 h 4781077"/>
              <a:gd name="connsiteX3" fmla="*/ 2351137 w 2358188"/>
              <a:gd name="connsiteY3" fmla="*/ 2951732 h 4781077"/>
              <a:gd name="connsiteX4" fmla="*/ 2358188 w 2358188"/>
              <a:gd name="connsiteY4" fmla="*/ 4781077 h 4781077"/>
              <a:gd name="connsiteX5" fmla="*/ 1118716 w 2358188"/>
              <a:gd name="connsiteY5" fmla="*/ 3962398 h 4781077"/>
              <a:gd name="connsiteX6" fmla="*/ 160035 w 2358188"/>
              <a:gd name="connsiteY6" fmla="*/ 4262218 h 4781077"/>
              <a:gd name="connsiteX7" fmla="*/ 216872 w 2358188"/>
              <a:gd name="connsiteY7" fmla="*/ 0 h 4781077"/>
              <a:gd name="connsiteX0" fmla="*/ 216872 w 2358188"/>
              <a:gd name="connsiteY0" fmla="*/ 0 h 4829519"/>
              <a:gd name="connsiteX1" fmla="*/ 2351137 w 2358188"/>
              <a:gd name="connsiteY1" fmla="*/ 25922 h 4829519"/>
              <a:gd name="connsiteX2" fmla="*/ 2351137 w 2358188"/>
              <a:gd name="connsiteY2" fmla="*/ 1254377 h 4829519"/>
              <a:gd name="connsiteX3" fmla="*/ 2351137 w 2358188"/>
              <a:gd name="connsiteY3" fmla="*/ 2951732 h 4829519"/>
              <a:gd name="connsiteX4" fmla="*/ 2358188 w 2358188"/>
              <a:gd name="connsiteY4" fmla="*/ 4781077 h 4829519"/>
              <a:gd name="connsiteX5" fmla="*/ 1118716 w 2358188"/>
              <a:gd name="connsiteY5" fmla="*/ 3962398 h 4829519"/>
              <a:gd name="connsiteX6" fmla="*/ 160035 w 2358188"/>
              <a:gd name="connsiteY6" fmla="*/ 4262218 h 4829519"/>
              <a:gd name="connsiteX7" fmla="*/ 216872 w 2358188"/>
              <a:gd name="connsiteY7" fmla="*/ 0 h 4829519"/>
              <a:gd name="connsiteX0" fmla="*/ 167259 w 2308575"/>
              <a:gd name="connsiteY0" fmla="*/ 0 h 4829519"/>
              <a:gd name="connsiteX1" fmla="*/ 2301524 w 2308575"/>
              <a:gd name="connsiteY1" fmla="*/ 25922 h 4829519"/>
              <a:gd name="connsiteX2" fmla="*/ 2301524 w 2308575"/>
              <a:gd name="connsiteY2" fmla="*/ 1254377 h 4829519"/>
              <a:gd name="connsiteX3" fmla="*/ 2301524 w 2308575"/>
              <a:gd name="connsiteY3" fmla="*/ 2951732 h 4829519"/>
              <a:gd name="connsiteX4" fmla="*/ 2308575 w 2308575"/>
              <a:gd name="connsiteY4" fmla="*/ 4781077 h 4829519"/>
              <a:gd name="connsiteX5" fmla="*/ 1069103 w 2308575"/>
              <a:gd name="connsiteY5" fmla="*/ 3962398 h 4829519"/>
              <a:gd name="connsiteX6" fmla="*/ 110422 w 2308575"/>
              <a:gd name="connsiteY6" fmla="*/ 4262218 h 4829519"/>
              <a:gd name="connsiteX7" fmla="*/ 167259 w 2308575"/>
              <a:gd name="connsiteY7" fmla="*/ 0 h 4829519"/>
              <a:gd name="connsiteX0" fmla="*/ 56837 w 2198153"/>
              <a:gd name="connsiteY0" fmla="*/ 0 h 4829519"/>
              <a:gd name="connsiteX1" fmla="*/ 2191102 w 2198153"/>
              <a:gd name="connsiteY1" fmla="*/ 25922 h 4829519"/>
              <a:gd name="connsiteX2" fmla="*/ 2191102 w 2198153"/>
              <a:gd name="connsiteY2" fmla="*/ 1254377 h 4829519"/>
              <a:gd name="connsiteX3" fmla="*/ 2191102 w 2198153"/>
              <a:gd name="connsiteY3" fmla="*/ 2951732 h 4829519"/>
              <a:gd name="connsiteX4" fmla="*/ 2198153 w 2198153"/>
              <a:gd name="connsiteY4" fmla="*/ 4781077 h 4829519"/>
              <a:gd name="connsiteX5" fmla="*/ 958681 w 2198153"/>
              <a:gd name="connsiteY5" fmla="*/ 3962398 h 4829519"/>
              <a:gd name="connsiteX6" fmla="*/ 0 w 2198153"/>
              <a:gd name="connsiteY6" fmla="*/ 4262218 h 4829519"/>
              <a:gd name="connsiteX7" fmla="*/ 56837 w 2198153"/>
              <a:gd name="connsiteY7" fmla="*/ 0 h 4829519"/>
              <a:gd name="connsiteX0" fmla="*/ 56837 w 2192460"/>
              <a:gd name="connsiteY0" fmla="*/ 0 h 4798815"/>
              <a:gd name="connsiteX1" fmla="*/ 2191102 w 2192460"/>
              <a:gd name="connsiteY1" fmla="*/ 25922 h 4798815"/>
              <a:gd name="connsiteX2" fmla="*/ 2191102 w 2192460"/>
              <a:gd name="connsiteY2" fmla="*/ 1254377 h 4798815"/>
              <a:gd name="connsiteX3" fmla="*/ 2191102 w 2192460"/>
              <a:gd name="connsiteY3" fmla="*/ 2951732 h 4798815"/>
              <a:gd name="connsiteX4" fmla="*/ 2192460 w 2192460"/>
              <a:gd name="connsiteY4" fmla="*/ 4747590 h 4798815"/>
              <a:gd name="connsiteX5" fmla="*/ 958681 w 2192460"/>
              <a:gd name="connsiteY5" fmla="*/ 3962398 h 4798815"/>
              <a:gd name="connsiteX6" fmla="*/ 0 w 2192460"/>
              <a:gd name="connsiteY6" fmla="*/ 4262218 h 4798815"/>
              <a:gd name="connsiteX7" fmla="*/ 56837 w 2192460"/>
              <a:gd name="connsiteY7" fmla="*/ 0 h 4798815"/>
              <a:gd name="connsiteX0" fmla="*/ 61391 w 2197014"/>
              <a:gd name="connsiteY0" fmla="*/ 0 h 4798815"/>
              <a:gd name="connsiteX1" fmla="*/ 2195656 w 2197014"/>
              <a:gd name="connsiteY1" fmla="*/ 25922 h 4798815"/>
              <a:gd name="connsiteX2" fmla="*/ 2195656 w 2197014"/>
              <a:gd name="connsiteY2" fmla="*/ 1254377 h 4798815"/>
              <a:gd name="connsiteX3" fmla="*/ 2195656 w 2197014"/>
              <a:gd name="connsiteY3" fmla="*/ 2951732 h 4798815"/>
              <a:gd name="connsiteX4" fmla="*/ 2197014 w 2197014"/>
              <a:gd name="connsiteY4" fmla="*/ 4747590 h 4798815"/>
              <a:gd name="connsiteX5" fmla="*/ 963235 w 2197014"/>
              <a:gd name="connsiteY5" fmla="*/ 3962398 h 4798815"/>
              <a:gd name="connsiteX6" fmla="*/ 0 w 2197014"/>
              <a:gd name="connsiteY6" fmla="*/ 4228730 h 4798815"/>
              <a:gd name="connsiteX7" fmla="*/ 61391 w 2197014"/>
              <a:gd name="connsiteY7" fmla="*/ 0 h 4798815"/>
              <a:gd name="connsiteX0" fmla="*/ 20060 w 2218313"/>
              <a:gd name="connsiteY0" fmla="*/ 0 h 4798815"/>
              <a:gd name="connsiteX1" fmla="*/ 2216955 w 2218313"/>
              <a:gd name="connsiteY1" fmla="*/ 25922 h 4798815"/>
              <a:gd name="connsiteX2" fmla="*/ 2216955 w 2218313"/>
              <a:gd name="connsiteY2" fmla="*/ 1254377 h 4798815"/>
              <a:gd name="connsiteX3" fmla="*/ 2216955 w 2218313"/>
              <a:gd name="connsiteY3" fmla="*/ 2951732 h 4798815"/>
              <a:gd name="connsiteX4" fmla="*/ 2218313 w 2218313"/>
              <a:gd name="connsiteY4" fmla="*/ 4747590 h 4798815"/>
              <a:gd name="connsiteX5" fmla="*/ 984534 w 2218313"/>
              <a:gd name="connsiteY5" fmla="*/ 3962398 h 4798815"/>
              <a:gd name="connsiteX6" fmla="*/ 21299 w 2218313"/>
              <a:gd name="connsiteY6" fmla="*/ 4228730 h 4798815"/>
              <a:gd name="connsiteX7" fmla="*/ 20060 w 2218313"/>
              <a:gd name="connsiteY7" fmla="*/ 0 h 4798815"/>
              <a:gd name="connsiteX0" fmla="*/ 0 w 2198253"/>
              <a:gd name="connsiteY0" fmla="*/ 0 h 4798815"/>
              <a:gd name="connsiteX1" fmla="*/ 2196895 w 2198253"/>
              <a:gd name="connsiteY1" fmla="*/ 25922 h 4798815"/>
              <a:gd name="connsiteX2" fmla="*/ 2196895 w 2198253"/>
              <a:gd name="connsiteY2" fmla="*/ 1254377 h 4798815"/>
              <a:gd name="connsiteX3" fmla="*/ 2196895 w 2198253"/>
              <a:gd name="connsiteY3" fmla="*/ 2951732 h 4798815"/>
              <a:gd name="connsiteX4" fmla="*/ 2198253 w 2198253"/>
              <a:gd name="connsiteY4" fmla="*/ 4747590 h 4798815"/>
              <a:gd name="connsiteX5" fmla="*/ 964474 w 2198253"/>
              <a:gd name="connsiteY5" fmla="*/ 3962398 h 4798815"/>
              <a:gd name="connsiteX6" fmla="*/ 1239 w 2198253"/>
              <a:gd name="connsiteY6" fmla="*/ 4228730 h 4798815"/>
              <a:gd name="connsiteX7" fmla="*/ 0 w 2198253"/>
              <a:gd name="connsiteY7" fmla="*/ 0 h 4798815"/>
              <a:gd name="connsiteX0" fmla="*/ 0 w 2198253"/>
              <a:gd name="connsiteY0" fmla="*/ 0 h 4798815"/>
              <a:gd name="connsiteX1" fmla="*/ 2196895 w 2198253"/>
              <a:gd name="connsiteY1" fmla="*/ 25922 h 4798815"/>
              <a:gd name="connsiteX2" fmla="*/ 2196895 w 2198253"/>
              <a:gd name="connsiteY2" fmla="*/ 1254377 h 4798815"/>
              <a:gd name="connsiteX3" fmla="*/ 2196895 w 2198253"/>
              <a:gd name="connsiteY3" fmla="*/ 2951732 h 4798815"/>
              <a:gd name="connsiteX4" fmla="*/ 2198253 w 2198253"/>
              <a:gd name="connsiteY4" fmla="*/ 4747590 h 4798815"/>
              <a:gd name="connsiteX5" fmla="*/ 964474 w 2198253"/>
              <a:gd name="connsiteY5" fmla="*/ 3962398 h 4798815"/>
              <a:gd name="connsiteX6" fmla="*/ 1239 w 2198253"/>
              <a:gd name="connsiteY6" fmla="*/ 4228730 h 4798815"/>
              <a:gd name="connsiteX7" fmla="*/ 0 w 2198253"/>
              <a:gd name="connsiteY7" fmla="*/ 0 h 4798815"/>
              <a:gd name="connsiteX0" fmla="*/ 0 w 2198253"/>
              <a:gd name="connsiteY0" fmla="*/ 0 h 4885584"/>
              <a:gd name="connsiteX1" fmla="*/ 2196895 w 2198253"/>
              <a:gd name="connsiteY1" fmla="*/ 25922 h 4885584"/>
              <a:gd name="connsiteX2" fmla="*/ 2196895 w 2198253"/>
              <a:gd name="connsiteY2" fmla="*/ 1254377 h 4885584"/>
              <a:gd name="connsiteX3" fmla="*/ 2196895 w 2198253"/>
              <a:gd name="connsiteY3" fmla="*/ 2951732 h 4885584"/>
              <a:gd name="connsiteX4" fmla="*/ 2198253 w 2198253"/>
              <a:gd name="connsiteY4" fmla="*/ 4747590 h 4885584"/>
              <a:gd name="connsiteX5" fmla="*/ 1239 w 2198253"/>
              <a:gd name="connsiteY5" fmla="*/ 4228730 h 4885584"/>
              <a:gd name="connsiteX6" fmla="*/ 0 w 2198253"/>
              <a:gd name="connsiteY6" fmla="*/ 0 h 4885584"/>
              <a:gd name="connsiteX0" fmla="*/ 0 w 2198253"/>
              <a:gd name="connsiteY0" fmla="*/ 0 h 4830674"/>
              <a:gd name="connsiteX1" fmla="*/ 2196895 w 2198253"/>
              <a:gd name="connsiteY1" fmla="*/ 25922 h 4830674"/>
              <a:gd name="connsiteX2" fmla="*/ 2196895 w 2198253"/>
              <a:gd name="connsiteY2" fmla="*/ 1254377 h 4830674"/>
              <a:gd name="connsiteX3" fmla="*/ 2196895 w 2198253"/>
              <a:gd name="connsiteY3" fmla="*/ 2951732 h 4830674"/>
              <a:gd name="connsiteX4" fmla="*/ 2198253 w 2198253"/>
              <a:gd name="connsiteY4" fmla="*/ 4747590 h 4830674"/>
              <a:gd name="connsiteX5" fmla="*/ 1239 w 2198253"/>
              <a:gd name="connsiteY5" fmla="*/ 4228730 h 4830674"/>
              <a:gd name="connsiteX6" fmla="*/ 0 w 2198253"/>
              <a:gd name="connsiteY6" fmla="*/ 0 h 4830674"/>
              <a:gd name="connsiteX0" fmla="*/ 0 w 2198253"/>
              <a:gd name="connsiteY0" fmla="*/ 0 h 4747590"/>
              <a:gd name="connsiteX1" fmla="*/ 2196895 w 2198253"/>
              <a:gd name="connsiteY1" fmla="*/ 25922 h 4747590"/>
              <a:gd name="connsiteX2" fmla="*/ 2196895 w 2198253"/>
              <a:gd name="connsiteY2" fmla="*/ 1254377 h 4747590"/>
              <a:gd name="connsiteX3" fmla="*/ 2196895 w 2198253"/>
              <a:gd name="connsiteY3" fmla="*/ 2951732 h 4747590"/>
              <a:gd name="connsiteX4" fmla="*/ 2198253 w 2198253"/>
              <a:gd name="connsiteY4" fmla="*/ 4747590 h 4747590"/>
              <a:gd name="connsiteX5" fmla="*/ 1239 w 2198253"/>
              <a:gd name="connsiteY5" fmla="*/ 4228730 h 4747590"/>
              <a:gd name="connsiteX6" fmla="*/ 0 w 2198253"/>
              <a:gd name="connsiteY6" fmla="*/ 0 h 4747590"/>
              <a:gd name="connsiteX0" fmla="*/ 0 w 2198253"/>
              <a:gd name="connsiteY0" fmla="*/ 0 h 4747590"/>
              <a:gd name="connsiteX1" fmla="*/ 2196895 w 2198253"/>
              <a:gd name="connsiteY1" fmla="*/ 25922 h 4747590"/>
              <a:gd name="connsiteX2" fmla="*/ 2196895 w 2198253"/>
              <a:gd name="connsiteY2" fmla="*/ 1254377 h 4747590"/>
              <a:gd name="connsiteX3" fmla="*/ 2196895 w 2198253"/>
              <a:gd name="connsiteY3" fmla="*/ 2951732 h 4747590"/>
              <a:gd name="connsiteX4" fmla="*/ 2198253 w 2198253"/>
              <a:gd name="connsiteY4" fmla="*/ 4747590 h 4747590"/>
              <a:gd name="connsiteX5" fmla="*/ 1239 w 2198253"/>
              <a:gd name="connsiteY5" fmla="*/ 4228731 h 4747590"/>
              <a:gd name="connsiteX6" fmla="*/ 0 w 2198253"/>
              <a:gd name="connsiteY6" fmla="*/ 0 h 4747590"/>
              <a:gd name="connsiteX0" fmla="*/ 0 w 2202546"/>
              <a:gd name="connsiteY0" fmla="*/ 0 h 4747590"/>
              <a:gd name="connsiteX1" fmla="*/ 2201188 w 2202546"/>
              <a:gd name="connsiteY1" fmla="*/ 25922 h 4747590"/>
              <a:gd name="connsiteX2" fmla="*/ 2201188 w 2202546"/>
              <a:gd name="connsiteY2" fmla="*/ 1254377 h 4747590"/>
              <a:gd name="connsiteX3" fmla="*/ 2201188 w 2202546"/>
              <a:gd name="connsiteY3" fmla="*/ 2951732 h 4747590"/>
              <a:gd name="connsiteX4" fmla="*/ 2202546 w 2202546"/>
              <a:gd name="connsiteY4" fmla="*/ 4747590 h 4747590"/>
              <a:gd name="connsiteX5" fmla="*/ 5532 w 2202546"/>
              <a:gd name="connsiteY5" fmla="*/ 4228731 h 4747590"/>
              <a:gd name="connsiteX6" fmla="*/ 0 w 2202546"/>
              <a:gd name="connsiteY6" fmla="*/ 0 h 4747590"/>
              <a:gd name="connsiteX0" fmla="*/ 0 w 2202546"/>
              <a:gd name="connsiteY0" fmla="*/ 0 h 4747590"/>
              <a:gd name="connsiteX1" fmla="*/ 2201188 w 2202546"/>
              <a:gd name="connsiteY1" fmla="*/ 25922 h 4747590"/>
              <a:gd name="connsiteX2" fmla="*/ 2201188 w 2202546"/>
              <a:gd name="connsiteY2" fmla="*/ 1254377 h 4747590"/>
              <a:gd name="connsiteX3" fmla="*/ 2201188 w 2202546"/>
              <a:gd name="connsiteY3" fmla="*/ 2951732 h 4747590"/>
              <a:gd name="connsiteX4" fmla="*/ 2202546 w 2202546"/>
              <a:gd name="connsiteY4" fmla="*/ 4747590 h 4747590"/>
              <a:gd name="connsiteX5" fmla="*/ 1239 w 2202546"/>
              <a:gd name="connsiteY5" fmla="*/ 4228731 h 4747590"/>
              <a:gd name="connsiteX6" fmla="*/ 0 w 2202546"/>
              <a:gd name="connsiteY6" fmla="*/ 0 h 4747590"/>
              <a:gd name="connsiteX0" fmla="*/ 0 w 2204693"/>
              <a:gd name="connsiteY0" fmla="*/ 0 h 4747590"/>
              <a:gd name="connsiteX1" fmla="*/ 2203335 w 2204693"/>
              <a:gd name="connsiteY1" fmla="*/ 25922 h 4747590"/>
              <a:gd name="connsiteX2" fmla="*/ 2203335 w 2204693"/>
              <a:gd name="connsiteY2" fmla="*/ 1254377 h 4747590"/>
              <a:gd name="connsiteX3" fmla="*/ 2203335 w 2204693"/>
              <a:gd name="connsiteY3" fmla="*/ 2951732 h 4747590"/>
              <a:gd name="connsiteX4" fmla="*/ 2204693 w 2204693"/>
              <a:gd name="connsiteY4" fmla="*/ 4747590 h 4747590"/>
              <a:gd name="connsiteX5" fmla="*/ 3386 w 2204693"/>
              <a:gd name="connsiteY5" fmla="*/ 4228731 h 4747590"/>
              <a:gd name="connsiteX6" fmla="*/ 0 w 2204693"/>
              <a:gd name="connsiteY6" fmla="*/ 0 h 4747590"/>
              <a:gd name="connsiteX0" fmla="*/ 0 w 2204693"/>
              <a:gd name="connsiteY0" fmla="*/ 0 h 4747590"/>
              <a:gd name="connsiteX1" fmla="*/ 2203335 w 2204693"/>
              <a:gd name="connsiteY1" fmla="*/ 25922 h 4747590"/>
              <a:gd name="connsiteX2" fmla="*/ 2203335 w 2204693"/>
              <a:gd name="connsiteY2" fmla="*/ 1254377 h 4747590"/>
              <a:gd name="connsiteX3" fmla="*/ 2203335 w 2204693"/>
              <a:gd name="connsiteY3" fmla="*/ 2951732 h 4747590"/>
              <a:gd name="connsiteX4" fmla="*/ 2204693 w 2204693"/>
              <a:gd name="connsiteY4" fmla="*/ 4747590 h 4747590"/>
              <a:gd name="connsiteX5" fmla="*/ 5533 w 2204693"/>
              <a:gd name="connsiteY5" fmla="*/ 3746456 h 4747590"/>
              <a:gd name="connsiteX6" fmla="*/ 0 w 2204693"/>
              <a:gd name="connsiteY6" fmla="*/ 0 h 4747590"/>
              <a:gd name="connsiteX0" fmla="*/ 0 w 2204693"/>
              <a:gd name="connsiteY0" fmla="*/ 0 h 4747590"/>
              <a:gd name="connsiteX1" fmla="*/ 2203335 w 2204693"/>
              <a:gd name="connsiteY1" fmla="*/ 25922 h 4747590"/>
              <a:gd name="connsiteX2" fmla="*/ 2203335 w 2204693"/>
              <a:gd name="connsiteY2" fmla="*/ 1254377 h 4747590"/>
              <a:gd name="connsiteX3" fmla="*/ 2203335 w 2204693"/>
              <a:gd name="connsiteY3" fmla="*/ 2951732 h 4747590"/>
              <a:gd name="connsiteX4" fmla="*/ 2204693 w 2204693"/>
              <a:gd name="connsiteY4" fmla="*/ 4747590 h 4747590"/>
              <a:gd name="connsiteX5" fmla="*/ 5533 w 2204693"/>
              <a:gd name="connsiteY5" fmla="*/ 3746456 h 4747590"/>
              <a:gd name="connsiteX6" fmla="*/ 0 w 2204693"/>
              <a:gd name="connsiteY6" fmla="*/ 0 h 4747590"/>
              <a:gd name="connsiteX0" fmla="*/ 0 w 2204693"/>
              <a:gd name="connsiteY0" fmla="*/ 0 h 4747590"/>
              <a:gd name="connsiteX1" fmla="*/ 2203335 w 2204693"/>
              <a:gd name="connsiteY1" fmla="*/ 25922 h 4747590"/>
              <a:gd name="connsiteX2" fmla="*/ 2203335 w 2204693"/>
              <a:gd name="connsiteY2" fmla="*/ 1254377 h 4747590"/>
              <a:gd name="connsiteX3" fmla="*/ 2203335 w 2204693"/>
              <a:gd name="connsiteY3" fmla="*/ 2951732 h 4747590"/>
              <a:gd name="connsiteX4" fmla="*/ 2204693 w 2204693"/>
              <a:gd name="connsiteY4" fmla="*/ 4747590 h 4747590"/>
              <a:gd name="connsiteX5" fmla="*/ 5533 w 2204693"/>
              <a:gd name="connsiteY5" fmla="*/ 3746456 h 4747590"/>
              <a:gd name="connsiteX6" fmla="*/ 0 w 2204693"/>
              <a:gd name="connsiteY6" fmla="*/ 0 h 4747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204693" h="4747590">
                <a:moveTo>
                  <a:pt x="0" y="0"/>
                </a:moveTo>
                <a:lnTo>
                  <a:pt x="2203335" y="25922"/>
                </a:lnTo>
                <a:lnTo>
                  <a:pt x="2203335" y="1254377"/>
                </a:lnTo>
                <a:lnTo>
                  <a:pt x="2203335" y="2951732"/>
                </a:lnTo>
                <a:cubicBezTo>
                  <a:pt x="2205685" y="3561514"/>
                  <a:pt x="2202343" y="4137808"/>
                  <a:pt x="2204693" y="4747590"/>
                </a:cubicBezTo>
                <a:cubicBezTo>
                  <a:pt x="8196" y="3726369"/>
                  <a:pt x="2205746" y="4756164"/>
                  <a:pt x="5533" y="3746456"/>
                </a:cubicBezTo>
                <a:cubicBezTo>
                  <a:pt x="13095" y="-477458"/>
                  <a:pt x="2213" y="4205051"/>
                  <a:pt x="0" y="0"/>
                </a:cubicBezTo>
                <a:close/>
              </a:path>
            </a:pathLst>
          </a:custGeom>
          <a:solidFill>
            <a:srgbClr val="94A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sz="1854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8F084F77-F462-4B39-AB79-F5B405F773D9}"/>
              </a:ext>
            </a:extLst>
          </p:cNvPr>
          <p:cNvSpPr/>
          <p:nvPr/>
        </p:nvSpPr>
        <p:spPr>
          <a:xfrm>
            <a:off x="1" y="-10102"/>
            <a:ext cx="7559674" cy="2288271"/>
          </a:xfrm>
          <a:custGeom>
            <a:avLst/>
            <a:gdLst>
              <a:gd name="connsiteX0" fmla="*/ 0 w 2197724"/>
              <a:gd name="connsiteY0" fmla="*/ 0 h 4988452"/>
              <a:gd name="connsiteX1" fmla="*/ 2197724 w 2197724"/>
              <a:gd name="connsiteY1" fmla="*/ 0 h 4988452"/>
              <a:gd name="connsiteX2" fmla="*/ 2197724 w 2197724"/>
              <a:gd name="connsiteY2" fmla="*/ 1228455 h 4988452"/>
              <a:gd name="connsiteX3" fmla="*/ 2197724 w 2197724"/>
              <a:gd name="connsiteY3" fmla="*/ 2925810 h 4988452"/>
              <a:gd name="connsiteX4" fmla="*/ 2197724 w 2197724"/>
              <a:gd name="connsiteY4" fmla="*/ 4988452 h 4988452"/>
              <a:gd name="connsiteX5" fmla="*/ 965303 w 2197724"/>
              <a:gd name="connsiteY5" fmla="*/ 3936476 h 4988452"/>
              <a:gd name="connsiteX6" fmla="*/ 1 w 2197724"/>
              <a:gd name="connsiteY6" fmla="*/ 3086438 h 4988452"/>
              <a:gd name="connsiteX7" fmla="*/ 329 w 2197724"/>
              <a:gd name="connsiteY7" fmla="*/ 2925810 h 4988452"/>
              <a:gd name="connsiteX8" fmla="*/ 0 w 2197724"/>
              <a:gd name="connsiteY8" fmla="*/ 2925810 h 4988452"/>
              <a:gd name="connsiteX0" fmla="*/ 0 w 2197724"/>
              <a:gd name="connsiteY0" fmla="*/ 0 h 4988452"/>
              <a:gd name="connsiteX1" fmla="*/ 2197724 w 2197724"/>
              <a:gd name="connsiteY1" fmla="*/ 0 h 4988452"/>
              <a:gd name="connsiteX2" fmla="*/ 2197724 w 2197724"/>
              <a:gd name="connsiteY2" fmla="*/ 1228455 h 4988452"/>
              <a:gd name="connsiteX3" fmla="*/ 2197724 w 2197724"/>
              <a:gd name="connsiteY3" fmla="*/ 2925810 h 4988452"/>
              <a:gd name="connsiteX4" fmla="*/ 2197724 w 2197724"/>
              <a:gd name="connsiteY4" fmla="*/ 4988452 h 4988452"/>
              <a:gd name="connsiteX5" fmla="*/ 965303 w 2197724"/>
              <a:gd name="connsiteY5" fmla="*/ 3936476 h 4988452"/>
              <a:gd name="connsiteX6" fmla="*/ 1 w 2197724"/>
              <a:gd name="connsiteY6" fmla="*/ 4460308 h 4988452"/>
              <a:gd name="connsiteX7" fmla="*/ 329 w 2197724"/>
              <a:gd name="connsiteY7" fmla="*/ 2925810 h 4988452"/>
              <a:gd name="connsiteX8" fmla="*/ 0 w 2197724"/>
              <a:gd name="connsiteY8" fmla="*/ 2925810 h 4988452"/>
              <a:gd name="connsiteX9" fmla="*/ 0 w 2197724"/>
              <a:gd name="connsiteY9" fmla="*/ 0 h 4988452"/>
              <a:gd name="connsiteX0" fmla="*/ 0 w 2197724"/>
              <a:gd name="connsiteY0" fmla="*/ 0 h 4988452"/>
              <a:gd name="connsiteX1" fmla="*/ 2197724 w 2197724"/>
              <a:gd name="connsiteY1" fmla="*/ 0 h 4988452"/>
              <a:gd name="connsiteX2" fmla="*/ 2197724 w 2197724"/>
              <a:gd name="connsiteY2" fmla="*/ 1228455 h 4988452"/>
              <a:gd name="connsiteX3" fmla="*/ 2197724 w 2197724"/>
              <a:gd name="connsiteY3" fmla="*/ 2925810 h 4988452"/>
              <a:gd name="connsiteX4" fmla="*/ 2197724 w 2197724"/>
              <a:gd name="connsiteY4" fmla="*/ 4988452 h 4988452"/>
              <a:gd name="connsiteX5" fmla="*/ 965303 w 2197724"/>
              <a:gd name="connsiteY5" fmla="*/ 3936476 h 4988452"/>
              <a:gd name="connsiteX6" fmla="*/ 1 w 2197724"/>
              <a:gd name="connsiteY6" fmla="*/ 4460308 h 4988452"/>
              <a:gd name="connsiteX7" fmla="*/ 329 w 2197724"/>
              <a:gd name="connsiteY7" fmla="*/ 2925810 h 4988452"/>
              <a:gd name="connsiteX8" fmla="*/ 0 w 2197724"/>
              <a:gd name="connsiteY8" fmla="*/ 2925810 h 4988452"/>
              <a:gd name="connsiteX9" fmla="*/ 0 w 2197724"/>
              <a:gd name="connsiteY9" fmla="*/ 0 h 4988452"/>
              <a:gd name="connsiteX0" fmla="*/ 0 w 2197724"/>
              <a:gd name="connsiteY0" fmla="*/ 0 h 4988452"/>
              <a:gd name="connsiteX1" fmla="*/ 2197724 w 2197724"/>
              <a:gd name="connsiteY1" fmla="*/ 0 h 4988452"/>
              <a:gd name="connsiteX2" fmla="*/ 2197724 w 2197724"/>
              <a:gd name="connsiteY2" fmla="*/ 1228455 h 4988452"/>
              <a:gd name="connsiteX3" fmla="*/ 2197724 w 2197724"/>
              <a:gd name="connsiteY3" fmla="*/ 2925810 h 4988452"/>
              <a:gd name="connsiteX4" fmla="*/ 2197724 w 2197724"/>
              <a:gd name="connsiteY4" fmla="*/ 4988452 h 4988452"/>
              <a:gd name="connsiteX5" fmla="*/ 965303 w 2197724"/>
              <a:gd name="connsiteY5" fmla="*/ 3936476 h 4988452"/>
              <a:gd name="connsiteX6" fmla="*/ 2275 w 2197724"/>
              <a:gd name="connsiteY6" fmla="*/ 4460308 h 4988452"/>
              <a:gd name="connsiteX7" fmla="*/ 329 w 2197724"/>
              <a:gd name="connsiteY7" fmla="*/ 2925810 h 4988452"/>
              <a:gd name="connsiteX8" fmla="*/ 0 w 2197724"/>
              <a:gd name="connsiteY8" fmla="*/ 2925810 h 4988452"/>
              <a:gd name="connsiteX9" fmla="*/ 0 w 2197724"/>
              <a:gd name="connsiteY9" fmla="*/ 0 h 4988452"/>
              <a:gd name="connsiteX0" fmla="*/ 0 w 2197724"/>
              <a:gd name="connsiteY0" fmla="*/ 0 h 5064850"/>
              <a:gd name="connsiteX1" fmla="*/ 2197724 w 2197724"/>
              <a:gd name="connsiteY1" fmla="*/ 0 h 5064850"/>
              <a:gd name="connsiteX2" fmla="*/ 2197724 w 2197724"/>
              <a:gd name="connsiteY2" fmla="*/ 1228455 h 5064850"/>
              <a:gd name="connsiteX3" fmla="*/ 2197724 w 2197724"/>
              <a:gd name="connsiteY3" fmla="*/ 2925810 h 5064850"/>
              <a:gd name="connsiteX4" fmla="*/ 2197724 w 2197724"/>
              <a:gd name="connsiteY4" fmla="*/ 4988452 h 5064850"/>
              <a:gd name="connsiteX5" fmla="*/ 2275 w 2197724"/>
              <a:gd name="connsiteY5" fmla="*/ 4460308 h 5064850"/>
              <a:gd name="connsiteX6" fmla="*/ 329 w 2197724"/>
              <a:gd name="connsiteY6" fmla="*/ 2925810 h 5064850"/>
              <a:gd name="connsiteX7" fmla="*/ 0 w 2197724"/>
              <a:gd name="connsiteY7" fmla="*/ 2925810 h 5064850"/>
              <a:gd name="connsiteX8" fmla="*/ 0 w 2197724"/>
              <a:gd name="connsiteY8" fmla="*/ 0 h 5064850"/>
              <a:gd name="connsiteX0" fmla="*/ 553 w 2198277"/>
              <a:gd name="connsiteY0" fmla="*/ 0 h 5028001"/>
              <a:gd name="connsiteX1" fmla="*/ 2198277 w 2198277"/>
              <a:gd name="connsiteY1" fmla="*/ 0 h 5028001"/>
              <a:gd name="connsiteX2" fmla="*/ 2198277 w 2198277"/>
              <a:gd name="connsiteY2" fmla="*/ 1228455 h 5028001"/>
              <a:gd name="connsiteX3" fmla="*/ 2198277 w 2198277"/>
              <a:gd name="connsiteY3" fmla="*/ 2925810 h 5028001"/>
              <a:gd name="connsiteX4" fmla="*/ 2198277 w 2198277"/>
              <a:gd name="connsiteY4" fmla="*/ 4988452 h 5028001"/>
              <a:gd name="connsiteX5" fmla="*/ 0 w 2198277"/>
              <a:gd name="connsiteY5" fmla="*/ 3845322 h 5028001"/>
              <a:gd name="connsiteX6" fmla="*/ 882 w 2198277"/>
              <a:gd name="connsiteY6" fmla="*/ 2925810 h 5028001"/>
              <a:gd name="connsiteX7" fmla="*/ 553 w 2198277"/>
              <a:gd name="connsiteY7" fmla="*/ 2925810 h 5028001"/>
              <a:gd name="connsiteX8" fmla="*/ 553 w 2198277"/>
              <a:gd name="connsiteY8" fmla="*/ 0 h 5028001"/>
              <a:gd name="connsiteX0" fmla="*/ 0 w 2197724"/>
              <a:gd name="connsiteY0" fmla="*/ 0 h 4988451"/>
              <a:gd name="connsiteX1" fmla="*/ 2197724 w 2197724"/>
              <a:gd name="connsiteY1" fmla="*/ 0 h 4988451"/>
              <a:gd name="connsiteX2" fmla="*/ 2197724 w 2197724"/>
              <a:gd name="connsiteY2" fmla="*/ 1228455 h 4988451"/>
              <a:gd name="connsiteX3" fmla="*/ 2197724 w 2197724"/>
              <a:gd name="connsiteY3" fmla="*/ 2925810 h 4988451"/>
              <a:gd name="connsiteX4" fmla="*/ 2197724 w 2197724"/>
              <a:gd name="connsiteY4" fmla="*/ 4988452 h 4988451"/>
              <a:gd name="connsiteX5" fmla="*/ 329 w 2197724"/>
              <a:gd name="connsiteY5" fmla="*/ 2925810 h 4988451"/>
              <a:gd name="connsiteX6" fmla="*/ 0 w 2197724"/>
              <a:gd name="connsiteY6" fmla="*/ 2925810 h 4988451"/>
              <a:gd name="connsiteX7" fmla="*/ 0 w 2197724"/>
              <a:gd name="connsiteY7" fmla="*/ 0 h 4988451"/>
              <a:gd name="connsiteX0" fmla="*/ 0 w 2197724"/>
              <a:gd name="connsiteY0" fmla="*/ 0 h 4988451"/>
              <a:gd name="connsiteX1" fmla="*/ 2197724 w 2197724"/>
              <a:gd name="connsiteY1" fmla="*/ 0 h 4988451"/>
              <a:gd name="connsiteX2" fmla="*/ 2197724 w 2197724"/>
              <a:gd name="connsiteY2" fmla="*/ 1228455 h 4988451"/>
              <a:gd name="connsiteX3" fmla="*/ 2197724 w 2197724"/>
              <a:gd name="connsiteY3" fmla="*/ 2925810 h 4988451"/>
              <a:gd name="connsiteX4" fmla="*/ 2197724 w 2197724"/>
              <a:gd name="connsiteY4" fmla="*/ 4988452 h 4988451"/>
              <a:gd name="connsiteX5" fmla="*/ 329 w 2197724"/>
              <a:gd name="connsiteY5" fmla="*/ 2925810 h 4988451"/>
              <a:gd name="connsiteX6" fmla="*/ 0 w 2197724"/>
              <a:gd name="connsiteY6" fmla="*/ 3455970 h 4988451"/>
              <a:gd name="connsiteX7" fmla="*/ 0 w 2197724"/>
              <a:gd name="connsiteY7" fmla="*/ 0 h 4988451"/>
              <a:gd name="connsiteX0" fmla="*/ 0 w 2197724"/>
              <a:gd name="connsiteY0" fmla="*/ 0 h 4995233"/>
              <a:gd name="connsiteX1" fmla="*/ 2197724 w 2197724"/>
              <a:gd name="connsiteY1" fmla="*/ 0 h 4995233"/>
              <a:gd name="connsiteX2" fmla="*/ 2197724 w 2197724"/>
              <a:gd name="connsiteY2" fmla="*/ 1228455 h 4995233"/>
              <a:gd name="connsiteX3" fmla="*/ 2197724 w 2197724"/>
              <a:gd name="connsiteY3" fmla="*/ 2925810 h 4995233"/>
              <a:gd name="connsiteX4" fmla="*/ 2197724 w 2197724"/>
              <a:gd name="connsiteY4" fmla="*/ 4988452 h 4995233"/>
              <a:gd name="connsiteX5" fmla="*/ 0 w 2197724"/>
              <a:gd name="connsiteY5" fmla="*/ 3455970 h 4995233"/>
              <a:gd name="connsiteX6" fmla="*/ 0 w 2197724"/>
              <a:gd name="connsiteY6" fmla="*/ 0 h 4995233"/>
              <a:gd name="connsiteX0" fmla="*/ 0 w 2197724"/>
              <a:gd name="connsiteY0" fmla="*/ 0 h 5012261"/>
              <a:gd name="connsiteX1" fmla="*/ 2197724 w 2197724"/>
              <a:gd name="connsiteY1" fmla="*/ 0 h 5012261"/>
              <a:gd name="connsiteX2" fmla="*/ 2197724 w 2197724"/>
              <a:gd name="connsiteY2" fmla="*/ 1228455 h 5012261"/>
              <a:gd name="connsiteX3" fmla="*/ 2197724 w 2197724"/>
              <a:gd name="connsiteY3" fmla="*/ 2925810 h 5012261"/>
              <a:gd name="connsiteX4" fmla="*/ 2197724 w 2197724"/>
              <a:gd name="connsiteY4" fmla="*/ 4988452 h 5012261"/>
              <a:gd name="connsiteX5" fmla="*/ 0 w 2197724"/>
              <a:gd name="connsiteY5" fmla="*/ 3455970 h 5012261"/>
              <a:gd name="connsiteX6" fmla="*/ 0 w 2197724"/>
              <a:gd name="connsiteY6" fmla="*/ 0 h 5012261"/>
              <a:gd name="connsiteX0" fmla="*/ 0 w 2197724"/>
              <a:gd name="connsiteY0" fmla="*/ 0 h 4988451"/>
              <a:gd name="connsiteX1" fmla="*/ 2197724 w 2197724"/>
              <a:gd name="connsiteY1" fmla="*/ 0 h 4988451"/>
              <a:gd name="connsiteX2" fmla="*/ 2197724 w 2197724"/>
              <a:gd name="connsiteY2" fmla="*/ 1228455 h 4988451"/>
              <a:gd name="connsiteX3" fmla="*/ 2197724 w 2197724"/>
              <a:gd name="connsiteY3" fmla="*/ 2925810 h 4988451"/>
              <a:gd name="connsiteX4" fmla="*/ 2197724 w 2197724"/>
              <a:gd name="connsiteY4" fmla="*/ 4988452 h 4988451"/>
              <a:gd name="connsiteX5" fmla="*/ 0 w 2197724"/>
              <a:gd name="connsiteY5" fmla="*/ 3455970 h 4988451"/>
              <a:gd name="connsiteX6" fmla="*/ 0 w 2197724"/>
              <a:gd name="connsiteY6" fmla="*/ 0 h 49884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97724" h="4988451">
                <a:moveTo>
                  <a:pt x="0" y="0"/>
                </a:moveTo>
                <a:lnTo>
                  <a:pt x="2197724" y="0"/>
                </a:lnTo>
                <a:lnTo>
                  <a:pt x="2197724" y="1228455"/>
                </a:lnTo>
                <a:lnTo>
                  <a:pt x="2197724" y="2925810"/>
                </a:lnTo>
                <a:lnTo>
                  <a:pt x="2197724" y="4988452"/>
                </a:lnTo>
                <a:cubicBezTo>
                  <a:pt x="5801" y="3464505"/>
                  <a:pt x="2191923" y="4990932"/>
                  <a:pt x="0" y="3455970"/>
                </a:cubicBezTo>
                <a:lnTo>
                  <a:pt x="0" y="0"/>
                </a:lnTo>
                <a:close/>
              </a:path>
            </a:pathLst>
          </a:custGeom>
          <a:solidFill>
            <a:srgbClr val="353E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sz="1854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6BD8EAA-91B9-4F06-A842-98C0A5CE5549}"/>
              </a:ext>
            </a:extLst>
          </p:cNvPr>
          <p:cNvSpPr/>
          <p:nvPr/>
        </p:nvSpPr>
        <p:spPr>
          <a:xfrm rot="300000">
            <a:off x="2466279" y="462529"/>
            <a:ext cx="3448665" cy="2957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0"/>
              </a:spcAft>
            </a:pPr>
            <a:r>
              <a:rPr lang="fr-FR" sz="4400" b="1" dirty="0">
                <a:solidFill>
                  <a:srgbClr val="94A6B2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NOM</a:t>
            </a:r>
            <a:r>
              <a:rPr lang="fr-FR" sz="4400" b="1" dirty="0">
                <a:solidFill>
                  <a:srgbClr val="4C5358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fr-FR" sz="4400" b="1" dirty="0">
                <a:solidFill>
                  <a:schemeClr val="bg1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PRÉNOM</a:t>
            </a:r>
            <a:endParaRPr lang="fr-FR" sz="4400" dirty="0">
              <a:solidFill>
                <a:schemeClr val="bg1"/>
              </a:solidFill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23" name="Text Box 5">
            <a:extLst>
              <a:ext uri="{FF2B5EF4-FFF2-40B4-BE49-F238E27FC236}">
                <a16:creationId xmlns:a16="http://schemas.microsoft.com/office/drawing/2014/main" id="{AAEA90BF-69AF-4D02-ACE7-1A1B4D5F5369}"/>
              </a:ext>
            </a:extLst>
          </p:cNvPr>
          <p:cNvSpPr txBox="1">
            <a:spLocks noChangeArrowheads="1"/>
          </p:cNvSpPr>
          <p:nvPr/>
        </p:nvSpPr>
        <p:spPr bwMode="auto">
          <a:xfrm rot="300000">
            <a:off x="2413481" y="1183253"/>
            <a:ext cx="4722035" cy="6596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algn="just"/>
            <a:r>
              <a:rPr lang="fr-FR" sz="1200" dirty="0">
                <a:solidFill>
                  <a:schemeClr val="bg1"/>
                </a:solidFill>
                <a:latin typeface="Calibri"/>
                <a:cs typeface="Calibri"/>
              </a:rPr>
              <a:t>Décrivez en quelques lignes votre parcours professionnel, vos compétences clés pour le poste et vos objectifs de carrière. Ceci est en fait une introduction à votre lettre de motivation. </a:t>
            </a: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EBD2152-BEE7-49F0-B10F-247C95D8AC10}"/>
              </a:ext>
            </a:extLst>
          </p:cNvPr>
          <p:cNvSpPr/>
          <p:nvPr/>
        </p:nvSpPr>
        <p:spPr>
          <a:xfrm>
            <a:off x="-8908" y="2443685"/>
            <a:ext cx="4754038" cy="377992"/>
          </a:xfrm>
          <a:custGeom>
            <a:avLst/>
            <a:gdLst>
              <a:gd name="connsiteX0" fmla="*/ 188042 w 3659683"/>
              <a:gd name="connsiteY0" fmla="*/ 0 h 377992"/>
              <a:gd name="connsiteX1" fmla="*/ 206969 w 3659683"/>
              <a:gd name="connsiteY1" fmla="*/ 1908 h 377992"/>
              <a:gd name="connsiteX2" fmla="*/ 1181941 w 3659683"/>
              <a:gd name="connsiteY2" fmla="*/ 1908 h 377992"/>
              <a:gd name="connsiteX3" fmla="*/ 1200868 w 3659683"/>
              <a:gd name="connsiteY3" fmla="*/ 0 h 377992"/>
              <a:gd name="connsiteX4" fmla="*/ 1219795 w 3659683"/>
              <a:gd name="connsiteY4" fmla="*/ 1908 h 377992"/>
              <a:gd name="connsiteX5" fmla="*/ 2455302 w 3659683"/>
              <a:gd name="connsiteY5" fmla="*/ 1908 h 377992"/>
              <a:gd name="connsiteX6" fmla="*/ 2458815 w 3659683"/>
              <a:gd name="connsiteY6" fmla="*/ 1908 h 377992"/>
              <a:gd name="connsiteX7" fmla="*/ 3468128 w 3659683"/>
              <a:gd name="connsiteY7" fmla="*/ 1908 h 377992"/>
              <a:gd name="connsiteX8" fmla="*/ 3468128 w 3659683"/>
              <a:gd name="connsiteY8" fmla="*/ 2262 h 377992"/>
              <a:gd name="connsiteX9" fmla="*/ 3471641 w 3659683"/>
              <a:gd name="connsiteY9" fmla="*/ 1908 h 377992"/>
              <a:gd name="connsiteX10" fmla="*/ 3659683 w 3659683"/>
              <a:gd name="connsiteY10" fmla="*/ 189950 h 377992"/>
              <a:gd name="connsiteX11" fmla="*/ 3471641 w 3659683"/>
              <a:gd name="connsiteY11" fmla="*/ 377992 h 377992"/>
              <a:gd name="connsiteX12" fmla="*/ 3468128 w 3659683"/>
              <a:gd name="connsiteY12" fmla="*/ 377638 h 377992"/>
              <a:gd name="connsiteX13" fmla="*/ 3468128 w 3659683"/>
              <a:gd name="connsiteY13" fmla="*/ 377992 h 377992"/>
              <a:gd name="connsiteX14" fmla="*/ 2458815 w 3659683"/>
              <a:gd name="connsiteY14" fmla="*/ 377992 h 377992"/>
              <a:gd name="connsiteX15" fmla="*/ 2455302 w 3659683"/>
              <a:gd name="connsiteY15" fmla="*/ 377992 h 377992"/>
              <a:gd name="connsiteX16" fmla="*/ 1196877 w 3659683"/>
              <a:gd name="connsiteY16" fmla="*/ 377992 h 377992"/>
              <a:gd name="connsiteX17" fmla="*/ 184051 w 3659683"/>
              <a:gd name="connsiteY17" fmla="*/ 377992 h 377992"/>
              <a:gd name="connsiteX18" fmla="*/ 184051 w 3659683"/>
              <a:gd name="connsiteY18" fmla="*/ 375682 h 377992"/>
              <a:gd name="connsiteX19" fmla="*/ 150145 w 3659683"/>
              <a:gd name="connsiteY19" fmla="*/ 372264 h 377992"/>
              <a:gd name="connsiteX20" fmla="*/ 0 w 3659683"/>
              <a:gd name="connsiteY20" fmla="*/ 188042 h 377992"/>
              <a:gd name="connsiteX21" fmla="*/ 188042 w 3659683"/>
              <a:gd name="connsiteY21" fmla="*/ 0 h 377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3659683" h="377992">
                <a:moveTo>
                  <a:pt x="188042" y="0"/>
                </a:moveTo>
                <a:lnTo>
                  <a:pt x="206969" y="1908"/>
                </a:lnTo>
                <a:lnTo>
                  <a:pt x="1181941" y="1908"/>
                </a:lnTo>
                <a:lnTo>
                  <a:pt x="1200868" y="0"/>
                </a:lnTo>
                <a:lnTo>
                  <a:pt x="1219795" y="1908"/>
                </a:lnTo>
                <a:lnTo>
                  <a:pt x="2455302" y="1908"/>
                </a:lnTo>
                <a:lnTo>
                  <a:pt x="2458815" y="1908"/>
                </a:lnTo>
                <a:lnTo>
                  <a:pt x="3468128" y="1908"/>
                </a:lnTo>
                <a:lnTo>
                  <a:pt x="3468128" y="2262"/>
                </a:lnTo>
                <a:lnTo>
                  <a:pt x="3471641" y="1908"/>
                </a:lnTo>
                <a:cubicBezTo>
                  <a:pt x="3575494" y="1908"/>
                  <a:pt x="3659683" y="86097"/>
                  <a:pt x="3659683" y="189950"/>
                </a:cubicBezTo>
                <a:cubicBezTo>
                  <a:pt x="3659683" y="293803"/>
                  <a:pt x="3575494" y="377992"/>
                  <a:pt x="3471641" y="377992"/>
                </a:cubicBezTo>
                <a:lnTo>
                  <a:pt x="3468128" y="377638"/>
                </a:lnTo>
                <a:lnTo>
                  <a:pt x="3468128" y="377992"/>
                </a:lnTo>
                <a:lnTo>
                  <a:pt x="2458815" y="377992"/>
                </a:lnTo>
                <a:lnTo>
                  <a:pt x="2455302" y="377992"/>
                </a:lnTo>
                <a:lnTo>
                  <a:pt x="1196877" y="377992"/>
                </a:lnTo>
                <a:lnTo>
                  <a:pt x="184051" y="377992"/>
                </a:lnTo>
                <a:lnTo>
                  <a:pt x="184051" y="375682"/>
                </a:lnTo>
                <a:lnTo>
                  <a:pt x="150145" y="372264"/>
                </a:lnTo>
                <a:cubicBezTo>
                  <a:pt x="64457" y="354730"/>
                  <a:pt x="0" y="278914"/>
                  <a:pt x="0" y="188042"/>
                </a:cubicBezTo>
                <a:cubicBezTo>
                  <a:pt x="0" y="84189"/>
                  <a:pt x="84189" y="0"/>
                  <a:pt x="188042" y="0"/>
                </a:cubicBezTo>
                <a:close/>
              </a:path>
            </a:pathLst>
          </a:cu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27660" indent="-285750">
              <a:lnSpc>
                <a:spcPct val="107000"/>
              </a:lnSpc>
              <a:spcAft>
                <a:spcPts val="800"/>
              </a:spcAft>
              <a:buClr>
                <a:srgbClr val="94A6B2"/>
              </a:buClr>
              <a:buSzPct val="153000"/>
              <a:buFont typeface="Wingdings" panose="05000000000000000000" pitchFamily="2" charset="2"/>
              <a:buChar char="§"/>
            </a:pPr>
            <a:r>
              <a:rPr lang="fr-FR" sz="1600" b="1" dirty="0">
                <a:solidFill>
                  <a:srgbClr val="353E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EXPERIENCES PROFESSIONNELLES</a:t>
            </a:r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5F66720-3422-460F-99B4-56EAB3AAB0AA}"/>
              </a:ext>
            </a:extLst>
          </p:cNvPr>
          <p:cNvSpPr/>
          <p:nvPr/>
        </p:nvSpPr>
        <p:spPr>
          <a:xfrm>
            <a:off x="-13532" y="7758735"/>
            <a:ext cx="3659683" cy="377992"/>
          </a:xfrm>
          <a:custGeom>
            <a:avLst/>
            <a:gdLst>
              <a:gd name="connsiteX0" fmla="*/ 188042 w 3659683"/>
              <a:gd name="connsiteY0" fmla="*/ 0 h 377992"/>
              <a:gd name="connsiteX1" fmla="*/ 206969 w 3659683"/>
              <a:gd name="connsiteY1" fmla="*/ 1908 h 377992"/>
              <a:gd name="connsiteX2" fmla="*/ 1181941 w 3659683"/>
              <a:gd name="connsiteY2" fmla="*/ 1908 h 377992"/>
              <a:gd name="connsiteX3" fmla="*/ 1200868 w 3659683"/>
              <a:gd name="connsiteY3" fmla="*/ 0 h 377992"/>
              <a:gd name="connsiteX4" fmla="*/ 1219795 w 3659683"/>
              <a:gd name="connsiteY4" fmla="*/ 1908 h 377992"/>
              <a:gd name="connsiteX5" fmla="*/ 2455302 w 3659683"/>
              <a:gd name="connsiteY5" fmla="*/ 1908 h 377992"/>
              <a:gd name="connsiteX6" fmla="*/ 2458815 w 3659683"/>
              <a:gd name="connsiteY6" fmla="*/ 1908 h 377992"/>
              <a:gd name="connsiteX7" fmla="*/ 3468128 w 3659683"/>
              <a:gd name="connsiteY7" fmla="*/ 1908 h 377992"/>
              <a:gd name="connsiteX8" fmla="*/ 3468128 w 3659683"/>
              <a:gd name="connsiteY8" fmla="*/ 2262 h 377992"/>
              <a:gd name="connsiteX9" fmla="*/ 3471641 w 3659683"/>
              <a:gd name="connsiteY9" fmla="*/ 1908 h 377992"/>
              <a:gd name="connsiteX10" fmla="*/ 3659683 w 3659683"/>
              <a:gd name="connsiteY10" fmla="*/ 189950 h 377992"/>
              <a:gd name="connsiteX11" fmla="*/ 3471641 w 3659683"/>
              <a:gd name="connsiteY11" fmla="*/ 377992 h 377992"/>
              <a:gd name="connsiteX12" fmla="*/ 3468128 w 3659683"/>
              <a:gd name="connsiteY12" fmla="*/ 377638 h 377992"/>
              <a:gd name="connsiteX13" fmla="*/ 3468128 w 3659683"/>
              <a:gd name="connsiteY13" fmla="*/ 377992 h 377992"/>
              <a:gd name="connsiteX14" fmla="*/ 2458815 w 3659683"/>
              <a:gd name="connsiteY14" fmla="*/ 377992 h 377992"/>
              <a:gd name="connsiteX15" fmla="*/ 2455302 w 3659683"/>
              <a:gd name="connsiteY15" fmla="*/ 377992 h 377992"/>
              <a:gd name="connsiteX16" fmla="*/ 1196877 w 3659683"/>
              <a:gd name="connsiteY16" fmla="*/ 377992 h 377992"/>
              <a:gd name="connsiteX17" fmla="*/ 184051 w 3659683"/>
              <a:gd name="connsiteY17" fmla="*/ 377992 h 377992"/>
              <a:gd name="connsiteX18" fmla="*/ 184051 w 3659683"/>
              <a:gd name="connsiteY18" fmla="*/ 375682 h 377992"/>
              <a:gd name="connsiteX19" fmla="*/ 150145 w 3659683"/>
              <a:gd name="connsiteY19" fmla="*/ 372264 h 377992"/>
              <a:gd name="connsiteX20" fmla="*/ 0 w 3659683"/>
              <a:gd name="connsiteY20" fmla="*/ 188042 h 377992"/>
              <a:gd name="connsiteX21" fmla="*/ 188042 w 3659683"/>
              <a:gd name="connsiteY21" fmla="*/ 0 h 377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3659683" h="377992">
                <a:moveTo>
                  <a:pt x="188042" y="0"/>
                </a:moveTo>
                <a:lnTo>
                  <a:pt x="206969" y="1908"/>
                </a:lnTo>
                <a:lnTo>
                  <a:pt x="1181941" y="1908"/>
                </a:lnTo>
                <a:lnTo>
                  <a:pt x="1200868" y="0"/>
                </a:lnTo>
                <a:lnTo>
                  <a:pt x="1219795" y="1908"/>
                </a:lnTo>
                <a:lnTo>
                  <a:pt x="2455302" y="1908"/>
                </a:lnTo>
                <a:lnTo>
                  <a:pt x="2458815" y="1908"/>
                </a:lnTo>
                <a:lnTo>
                  <a:pt x="3468128" y="1908"/>
                </a:lnTo>
                <a:lnTo>
                  <a:pt x="3468128" y="2262"/>
                </a:lnTo>
                <a:lnTo>
                  <a:pt x="3471641" y="1908"/>
                </a:lnTo>
                <a:cubicBezTo>
                  <a:pt x="3575494" y="1908"/>
                  <a:pt x="3659683" y="86097"/>
                  <a:pt x="3659683" y="189950"/>
                </a:cubicBezTo>
                <a:cubicBezTo>
                  <a:pt x="3659683" y="293803"/>
                  <a:pt x="3575494" y="377992"/>
                  <a:pt x="3471641" y="377992"/>
                </a:cubicBezTo>
                <a:lnTo>
                  <a:pt x="3468128" y="377638"/>
                </a:lnTo>
                <a:lnTo>
                  <a:pt x="3468128" y="377992"/>
                </a:lnTo>
                <a:lnTo>
                  <a:pt x="2458815" y="377992"/>
                </a:lnTo>
                <a:lnTo>
                  <a:pt x="2455302" y="377992"/>
                </a:lnTo>
                <a:lnTo>
                  <a:pt x="1196877" y="377992"/>
                </a:lnTo>
                <a:lnTo>
                  <a:pt x="184051" y="377992"/>
                </a:lnTo>
                <a:lnTo>
                  <a:pt x="184051" y="375682"/>
                </a:lnTo>
                <a:lnTo>
                  <a:pt x="150145" y="372264"/>
                </a:lnTo>
                <a:cubicBezTo>
                  <a:pt x="64457" y="354730"/>
                  <a:pt x="0" y="278914"/>
                  <a:pt x="0" y="188042"/>
                </a:cubicBezTo>
                <a:cubicBezTo>
                  <a:pt x="0" y="84189"/>
                  <a:pt x="84189" y="0"/>
                  <a:pt x="188042" y="0"/>
                </a:cubicBezTo>
                <a:close/>
              </a:path>
            </a:pathLst>
          </a:cu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27660" indent="-285750">
              <a:lnSpc>
                <a:spcPct val="107000"/>
              </a:lnSpc>
              <a:spcAft>
                <a:spcPts val="800"/>
              </a:spcAft>
              <a:buClr>
                <a:srgbClr val="94A6B2"/>
              </a:buClr>
              <a:buSzPct val="153000"/>
              <a:buFont typeface="Wingdings" panose="05000000000000000000" pitchFamily="2" charset="2"/>
              <a:buChar char="§"/>
            </a:pPr>
            <a:r>
              <a:rPr lang="fr-FR" sz="1600" b="1" dirty="0">
                <a:solidFill>
                  <a:srgbClr val="353E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FORMATIONS</a:t>
            </a:r>
            <a:endParaRPr lang="fr-FR" b="1" dirty="0">
              <a:solidFill>
                <a:srgbClr val="353E4D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DC796FB9-6F12-4D0A-89B8-BA0A4B6EDA7F}"/>
              </a:ext>
            </a:extLst>
          </p:cNvPr>
          <p:cNvSpPr/>
          <p:nvPr/>
        </p:nvSpPr>
        <p:spPr>
          <a:xfrm flipH="1">
            <a:off x="4746931" y="8778652"/>
            <a:ext cx="2236689" cy="377992"/>
          </a:xfrm>
          <a:custGeom>
            <a:avLst/>
            <a:gdLst>
              <a:gd name="connsiteX0" fmla="*/ 2048647 w 2236689"/>
              <a:gd name="connsiteY0" fmla="*/ 0 h 377992"/>
              <a:gd name="connsiteX1" fmla="*/ 2029720 w 2236689"/>
              <a:gd name="connsiteY1" fmla="*/ 1908 h 377992"/>
              <a:gd name="connsiteX2" fmla="*/ 1260809 w 2236689"/>
              <a:gd name="connsiteY2" fmla="*/ 1908 h 377992"/>
              <a:gd name="connsiteX3" fmla="*/ 1219795 w 2236689"/>
              <a:gd name="connsiteY3" fmla="*/ 1908 h 377992"/>
              <a:gd name="connsiteX4" fmla="*/ 1200868 w 2236689"/>
              <a:gd name="connsiteY4" fmla="*/ 0 h 377992"/>
              <a:gd name="connsiteX5" fmla="*/ 1181941 w 2236689"/>
              <a:gd name="connsiteY5" fmla="*/ 1908 h 377992"/>
              <a:gd name="connsiteX6" fmla="*/ 1054748 w 2236689"/>
              <a:gd name="connsiteY6" fmla="*/ 1908 h 377992"/>
              <a:gd name="connsiteX7" fmla="*/ 1035821 w 2236689"/>
              <a:gd name="connsiteY7" fmla="*/ 0 h 377992"/>
              <a:gd name="connsiteX8" fmla="*/ 1016894 w 2236689"/>
              <a:gd name="connsiteY8" fmla="*/ 1908 h 377992"/>
              <a:gd name="connsiteX9" fmla="*/ 975880 w 2236689"/>
              <a:gd name="connsiteY9" fmla="*/ 1908 h 377992"/>
              <a:gd name="connsiteX10" fmla="*/ 206969 w 2236689"/>
              <a:gd name="connsiteY10" fmla="*/ 1908 h 377992"/>
              <a:gd name="connsiteX11" fmla="*/ 188042 w 2236689"/>
              <a:gd name="connsiteY11" fmla="*/ 0 h 377992"/>
              <a:gd name="connsiteX12" fmla="*/ 0 w 2236689"/>
              <a:gd name="connsiteY12" fmla="*/ 188042 h 377992"/>
              <a:gd name="connsiteX13" fmla="*/ 150145 w 2236689"/>
              <a:gd name="connsiteY13" fmla="*/ 372264 h 377992"/>
              <a:gd name="connsiteX14" fmla="*/ 184051 w 2236689"/>
              <a:gd name="connsiteY14" fmla="*/ 375682 h 377992"/>
              <a:gd name="connsiteX15" fmla="*/ 184051 w 2236689"/>
              <a:gd name="connsiteY15" fmla="*/ 377992 h 377992"/>
              <a:gd name="connsiteX16" fmla="*/ 975880 w 2236689"/>
              <a:gd name="connsiteY16" fmla="*/ 377992 h 377992"/>
              <a:gd name="connsiteX17" fmla="*/ 1039812 w 2236689"/>
              <a:gd name="connsiteY17" fmla="*/ 377992 h 377992"/>
              <a:gd name="connsiteX18" fmla="*/ 1196877 w 2236689"/>
              <a:gd name="connsiteY18" fmla="*/ 377992 h 377992"/>
              <a:gd name="connsiteX19" fmla="*/ 1260809 w 2236689"/>
              <a:gd name="connsiteY19" fmla="*/ 377992 h 377992"/>
              <a:gd name="connsiteX20" fmla="*/ 2052638 w 2236689"/>
              <a:gd name="connsiteY20" fmla="*/ 377992 h 377992"/>
              <a:gd name="connsiteX21" fmla="*/ 2052638 w 2236689"/>
              <a:gd name="connsiteY21" fmla="*/ 375682 h 377992"/>
              <a:gd name="connsiteX22" fmla="*/ 2086544 w 2236689"/>
              <a:gd name="connsiteY22" fmla="*/ 372264 h 377992"/>
              <a:gd name="connsiteX23" fmla="*/ 2236689 w 2236689"/>
              <a:gd name="connsiteY23" fmla="*/ 188042 h 377992"/>
              <a:gd name="connsiteX24" fmla="*/ 2048647 w 2236689"/>
              <a:gd name="connsiteY24" fmla="*/ 0 h 377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2236689" h="377992">
                <a:moveTo>
                  <a:pt x="2048647" y="0"/>
                </a:moveTo>
                <a:lnTo>
                  <a:pt x="2029720" y="1908"/>
                </a:lnTo>
                <a:lnTo>
                  <a:pt x="1260809" y="1908"/>
                </a:lnTo>
                <a:lnTo>
                  <a:pt x="1219795" y="1908"/>
                </a:lnTo>
                <a:lnTo>
                  <a:pt x="1200868" y="0"/>
                </a:lnTo>
                <a:lnTo>
                  <a:pt x="1181941" y="1908"/>
                </a:lnTo>
                <a:lnTo>
                  <a:pt x="1054748" y="1908"/>
                </a:lnTo>
                <a:lnTo>
                  <a:pt x="1035821" y="0"/>
                </a:lnTo>
                <a:lnTo>
                  <a:pt x="1016894" y="1908"/>
                </a:lnTo>
                <a:lnTo>
                  <a:pt x="975880" y="1908"/>
                </a:lnTo>
                <a:lnTo>
                  <a:pt x="206969" y="1908"/>
                </a:lnTo>
                <a:lnTo>
                  <a:pt x="188042" y="0"/>
                </a:lnTo>
                <a:cubicBezTo>
                  <a:pt x="84189" y="0"/>
                  <a:pt x="0" y="84189"/>
                  <a:pt x="0" y="188042"/>
                </a:cubicBezTo>
                <a:cubicBezTo>
                  <a:pt x="0" y="278914"/>
                  <a:pt x="64457" y="354730"/>
                  <a:pt x="150145" y="372264"/>
                </a:cubicBezTo>
                <a:lnTo>
                  <a:pt x="184051" y="375682"/>
                </a:lnTo>
                <a:lnTo>
                  <a:pt x="184051" y="377992"/>
                </a:lnTo>
                <a:lnTo>
                  <a:pt x="975880" y="377992"/>
                </a:lnTo>
                <a:lnTo>
                  <a:pt x="1039812" y="377992"/>
                </a:lnTo>
                <a:lnTo>
                  <a:pt x="1196877" y="377992"/>
                </a:lnTo>
                <a:lnTo>
                  <a:pt x="1260809" y="377992"/>
                </a:lnTo>
                <a:lnTo>
                  <a:pt x="2052638" y="377992"/>
                </a:lnTo>
                <a:lnTo>
                  <a:pt x="2052638" y="375682"/>
                </a:lnTo>
                <a:lnTo>
                  <a:pt x="2086544" y="372264"/>
                </a:lnTo>
                <a:cubicBezTo>
                  <a:pt x="2172232" y="354730"/>
                  <a:pt x="2236689" y="278914"/>
                  <a:pt x="2236689" y="188042"/>
                </a:cubicBezTo>
                <a:cubicBezTo>
                  <a:pt x="2236689" y="84189"/>
                  <a:pt x="2152500" y="0"/>
                  <a:pt x="2048647" y="0"/>
                </a:cubicBezTo>
                <a:close/>
              </a:path>
            </a:pathLst>
          </a:custGeom>
          <a:noFill/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327660" indent="-285750">
              <a:lnSpc>
                <a:spcPct val="107000"/>
              </a:lnSpc>
              <a:spcAft>
                <a:spcPts val="800"/>
              </a:spcAft>
              <a:buClr>
                <a:srgbClr val="94A6B2"/>
              </a:buClr>
              <a:buSzPct val="153000"/>
              <a:buFont typeface="Wingdings" panose="05000000000000000000" pitchFamily="2" charset="2"/>
              <a:buChar char="§"/>
            </a:pPr>
            <a:r>
              <a:rPr lang="fr-FR" sz="1600" b="1" dirty="0">
                <a:solidFill>
                  <a:srgbClr val="353E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LANGUES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FDC8A106-B5B7-4F27-A6AE-7B112EC27EDD}"/>
              </a:ext>
            </a:extLst>
          </p:cNvPr>
          <p:cNvSpPr/>
          <p:nvPr/>
        </p:nvSpPr>
        <p:spPr>
          <a:xfrm flipH="1">
            <a:off x="4774237" y="4561669"/>
            <a:ext cx="2236689" cy="377992"/>
          </a:xfrm>
          <a:custGeom>
            <a:avLst/>
            <a:gdLst>
              <a:gd name="connsiteX0" fmla="*/ 2048647 w 2236689"/>
              <a:gd name="connsiteY0" fmla="*/ 0 h 377992"/>
              <a:gd name="connsiteX1" fmla="*/ 2029720 w 2236689"/>
              <a:gd name="connsiteY1" fmla="*/ 1908 h 377992"/>
              <a:gd name="connsiteX2" fmla="*/ 1260809 w 2236689"/>
              <a:gd name="connsiteY2" fmla="*/ 1908 h 377992"/>
              <a:gd name="connsiteX3" fmla="*/ 1219795 w 2236689"/>
              <a:gd name="connsiteY3" fmla="*/ 1908 h 377992"/>
              <a:gd name="connsiteX4" fmla="*/ 1200868 w 2236689"/>
              <a:gd name="connsiteY4" fmla="*/ 0 h 377992"/>
              <a:gd name="connsiteX5" fmla="*/ 1181941 w 2236689"/>
              <a:gd name="connsiteY5" fmla="*/ 1908 h 377992"/>
              <a:gd name="connsiteX6" fmla="*/ 1054748 w 2236689"/>
              <a:gd name="connsiteY6" fmla="*/ 1908 h 377992"/>
              <a:gd name="connsiteX7" fmla="*/ 1035821 w 2236689"/>
              <a:gd name="connsiteY7" fmla="*/ 0 h 377992"/>
              <a:gd name="connsiteX8" fmla="*/ 1016894 w 2236689"/>
              <a:gd name="connsiteY8" fmla="*/ 1908 h 377992"/>
              <a:gd name="connsiteX9" fmla="*/ 975880 w 2236689"/>
              <a:gd name="connsiteY9" fmla="*/ 1908 h 377992"/>
              <a:gd name="connsiteX10" fmla="*/ 206969 w 2236689"/>
              <a:gd name="connsiteY10" fmla="*/ 1908 h 377992"/>
              <a:gd name="connsiteX11" fmla="*/ 188042 w 2236689"/>
              <a:gd name="connsiteY11" fmla="*/ 0 h 377992"/>
              <a:gd name="connsiteX12" fmla="*/ 0 w 2236689"/>
              <a:gd name="connsiteY12" fmla="*/ 188042 h 377992"/>
              <a:gd name="connsiteX13" fmla="*/ 150145 w 2236689"/>
              <a:gd name="connsiteY13" fmla="*/ 372264 h 377992"/>
              <a:gd name="connsiteX14" fmla="*/ 184051 w 2236689"/>
              <a:gd name="connsiteY14" fmla="*/ 375682 h 377992"/>
              <a:gd name="connsiteX15" fmla="*/ 184051 w 2236689"/>
              <a:gd name="connsiteY15" fmla="*/ 377992 h 377992"/>
              <a:gd name="connsiteX16" fmla="*/ 975880 w 2236689"/>
              <a:gd name="connsiteY16" fmla="*/ 377992 h 377992"/>
              <a:gd name="connsiteX17" fmla="*/ 1039812 w 2236689"/>
              <a:gd name="connsiteY17" fmla="*/ 377992 h 377992"/>
              <a:gd name="connsiteX18" fmla="*/ 1196877 w 2236689"/>
              <a:gd name="connsiteY18" fmla="*/ 377992 h 377992"/>
              <a:gd name="connsiteX19" fmla="*/ 1260809 w 2236689"/>
              <a:gd name="connsiteY19" fmla="*/ 377992 h 377992"/>
              <a:gd name="connsiteX20" fmla="*/ 2052638 w 2236689"/>
              <a:gd name="connsiteY20" fmla="*/ 377992 h 377992"/>
              <a:gd name="connsiteX21" fmla="*/ 2052638 w 2236689"/>
              <a:gd name="connsiteY21" fmla="*/ 375682 h 377992"/>
              <a:gd name="connsiteX22" fmla="*/ 2086544 w 2236689"/>
              <a:gd name="connsiteY22" fmla="*/ 372264 h 377992"/>
              <a:gd name="connsiteX23" fmla="*/ 2236689 w 2236689"/>
              <a:gd name="connsiteY23" fmla="*/ 188042 h 377992"/>
              <a:gd name="connsiteX24" fmla="*/ 2048647 w 2236689"/>
              <a:gd name="connsiteY24" fmla="*/ 0 h 377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2236689" h="377992">
                <a:moveTo>
                  <a:pt x="2048647" y="0"/>
                </a:moveTo>
                <a:lnTo>
                  <a:pt x="2029720" y="1908"/>
                </a:lnTo>
                <a:lnTo>
                  <a:pt x="1260809" y="1908"/>
                </a:lnTo>
                <a:lnTo>
                  <a:pt x="1219795" y="1908"/>
                </a:lnTo>
                <a:lnTo>
                  <a:pt x="1200868" y="0"/>
                </a:lnTo>
                <a:lnTo>
                  <a:pt x="1181941" y="1908"/>
                </a:lnTo>
                <a:lnTo>
                  <a:pt x="1054748" y="1908"/>
                </a:lnTo>
                <a:lnTo>
                  <a:pt x="1035821" y="0"/>
                </a:lnTo>
                <a:lnTo>
                  <a:pt x="1016894" y="1908"/>
                </a:lnTo>
                <a:lnTo>
                  <a:pt x="975880" y="1908"/>
                </a:lnTo>
                <a:lnTo>
                  <a:pt x="206969" y="1908"/>
                </a:lnTo>
                <a:lnTo>
                  <a:pt x="188042" y="0"/>
                </a:lnTo>
                <a:cubicBezTo>
                  <a:pt x="84189" y="0"/>
                  <a:pt x="0" y="84189"/>
                  <a:pt x="0" y="188042"/>
                </a:cubicBezTo>
                <a:cubicBezTo>
                  <a:pt x="0" y="278914"/>
                  <a:pt x="64457" y="354730"/>
                  <a:pt x="150145" y="372264"/>
                </a:cubicBezTo>
                <a:lnTo>
                  <a:pt x="184051" y="375682"/>
                </a:lnTo>
                <a:lnTo>
                  <a:pt x="184051" y="377992"/>
                </a:lnTo>
                <a:lnTo>
                  <a:pt x="975880" y="377992"/>
                </a:lnTo>
                <a:lnTo>
                  <a:pt x="1039812" y="377992"/>
                </a:lnTo>
                <a:lnTo>
                  <a:pt x="1196877" y="377992"/>
                </a:lnTo>
                <a:lnTo>
                  <a:pt x="1260809" y="377992"/>
                </a:lnTo>
                <a:lnTo>
                  <a:pt x="2052638" y="377992"/>
                </a:lnTo>
                <a:lnTo>
                  <a:pt x="2052638" y="375682"/>
                </a:lnTo>
                <a:lnTo>
                  <a:pt x="2086544" y="372264"/>
                </a:lnTo>
                <a:cubicBezTo>
                  <a:pt x="2172232" y="354730"/>
                  <a:pt x="2236689" y="278914"/>
                  <a:pt x="2236689" y="188042"/>
                </a:cubicBezTo>
                <a:cubicBezTo>
                  <a:pt x="2236689" y="84189"/>
                  <a:pt x="2152500" y="0"/>
                  <a:pt x="2048647" y="0"/>
                </a:cubicBezTo>
                <a:close/>
              </a:path>
            </a:pathLst>
          </a:custGeom>
          <a:noFill/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327660" indent="-285750">
              <a:lnSpc>
                <a:spcPct val="107000"/>
              </a:lnSpc>
              <a:spcAft>
                <a:spcPts val="800"/>
              </a:spcAft>
              <a:buClr>
                <a:srgbClr val="94A6B2"/>
              </a:buClr>
              <a:buSzPct val="153000"/>
              <a:buFont typeface="Wingdings" panose="05000000000000000000" pitchFamily="2" charset="2"/>
              <a:buChar char="§"/>
            </a:pPr>
            <a:r>
              <a:rPr lang="fr-FR" sz="1600" b="1" dirty="0">
                <a:solidFill>
                  <a:srgbClr val="353E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COMPETENCES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03F4508-5180-4200-AAE2-CDB18597FD7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60511" y="256210"/>
            <a:ext cx="1856266" cy="1856266"/>
          </a:xfrm>
          <a:prstGeom prst="ellipse">
            <a:avLst/>
          </a:prstGeom>
          <a:ln w="31750">
            <a:solidFill>
              <a:srgbClr val="94A6B2"/>
            </a:solidFill>
          </a:ln>
        </p:spPr>
      </p:pic>
      <p:sp>
        <p:nvSpPr>
          <p:cNvPr id="26" name="Rectangle 144">
            <a:extLst>
              <a:ext uri="{FF2B5EF4-FFF2-40B4-BE49-F238E27FC236}">
                <a16:creationId xmlns:a16="http://schemas.microsoft.com/office/drawing/2014/main" id="{8F5058CC-67BF-4124-AA91-35D0D1643F14}"/>
              </a:ext>
            </a:extLst>
          </p:cNvPr>
          <p:cNvSpPr/>
          <p:nvPr/>
        </p:nvSpPr>
        <p:spPr>
          <a:xfrm flipH="1">
            <a:off x="1" y="10219173"/>
            <a:ext cx="7559674" cy="472639"/>
          </a:xfrm>
          <a:custGeom>
            <a:avLst/>
            <a:gdLst>
              <a:gd name="connsiteX0" fmla="*/ 0 w 7559674"/>
              <a:gd name="connsiteY0" fmla="*/ 0 h 229290"/>
              <a:gd name="connsiteX1" fmla="*/ 7559674 w 7559674"/>
              <a:gd name="connsiteY1" fmla="*/ 0 h 229290"/>
              <a:gd name="connsiteX2" fmla="*/ 7559674 w 7559674"/>
              <a:gd name="connsiteY2" fmla="*/ 229290 h 229290"/>
              <a:gd name="connsiteX3" fmla="*/ 0 w 7559674"/>
              <a:gd name="connsiteY3" fmla="*/ 229290 h 229290"/>
              <a:gd name="connsiteX4" fmla="*/ 0 w 7559674"/>
              <a:gd name="connsiteY4" fmla="*/ 0 h 229290"/>
              <a:gd name="connsiteX0" fmla="*/ 0 w 7559674"/>
              <a:gd name="connsiteY0" fmla="*/ 117987 h 229290"/>
              <a:gd name="connsiteX1" fmla="*/ 7559674 w 7559674"/>
              <a:gd name="connsiteY1" fmla="*/ 0 h 229290"/>
              <a:gd name="connsiteX2" fmla="*/ 7559674 w 7559674"/>
              <a:gd name="connsiteY2" fmla="*/ 229290 h 229290"/>
              <a:gd name="connsiteX3" fmla="*/ 0 w 7559674"/>
              <a:gd name="connsiteY3" fmla="*/ 229290 h 229290"/>
              <a:gd name="connsiteX4" fmla="*/ 0 w 7559674"/>
              <a:gd name="connsiteY4" fmla="*/ 117987 h 229290"/>
              <a:gd name="connsiteX0" fmla="*/ 0 w 7559674"/>
              <a:gd name="connsiteY0" fmla="*/ 361336 h 472639"/>
              <a:gd name="connsiteX1" fmla="*/ 7559674 w 7559674"/>
              <a:gd name="connsiteY1" fmla="*/ 0 h 472639"/>
              <a:gd name="connsiteX2" fmla="*/ 7559674 w 7559674"/>
              <a:gd name="connsiteY2" fmla="*/ 472639 h 472639"/>
              <a:gd name="connsiteX3" fmla="*/ 0 w 7559674"/>
              <a:gd name="connsiteY3" fmla="*/ 472639 h 472639"/>
              <a:gd name="connsiteX4" fmla="*/ 0 w 7559674"/>
              <a:gd name="connsiteY4" fmla="*/ 361336 h 472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59674" h="472639">
                <a:moveTo>
                  <a:pt x="0" y="361336"/>
                </a:moveTo>
                <a:lnTo>
                  <a:pt x="7559674" y="0"/>
                </a:lnTo>
                <a:lnTo>
                  <a:pt x="7559674" y="472639"/>
                </a:lnTo>
                <a:lnTo>
                  <a:pt x="0" y="472639"/>
                </a:lnTo>
                <a:lnTo>
                  <a:pt x="0" y="361336"/>
                </a:lnTo>
                <a:close/>
              </a:path>
            </a:pathLst>
          </a:custGeom>
          <a:solidFill>
            <a:srgbClr val="353E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54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4A4AD9F-3034-47D4-AD7B-62E3F250D488}"/>
              </a:ext>
            </a:extLst>
          </p:cNvPr>
          <p:cNvSpPr/>
          <p:nvPr/>
        </p:nvSpPr>
        <p:spPr>
          <a:xfrm>
            <a:off x="352507" y="2960758"/>
            <a:ext cx="4392623" cy="10656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fr-FR" sz="1265" b="1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NOM ENTREPRISE | POSTE OCCUPÉ</a:t>
            </a:r>
          </a:p>
          <a:p>
            <a:pPr lvl="0"/>
            <a:r>
              <a:rPr lang="fr-FR" sz="12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Janvier 20xx – mars 20xx</a:t>
            </a:r>
            <a:endParaRPr lang="fr-FR" sz="1265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just"/>
            <a:r>
              <a:rPr lang="fr-FR" sz="1265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Décrivez ici les fonctions que vous avez occupé pour ce poste. Décrivez également vos missions et les résultats que vous avez obtenu.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BAB2DEC-2355-48CC-92AC-F070C770DB49}"/>
              </a:ext>
            </a:extLst>
          </p:cNvPr>
          <p:cNvSpPr/>
          <p:nvPr/>
        </p:nvSpPr>
        <p:spPr>
          <a:xfrm>
            <a:off x="352506" y="4096493"/>
            <a:ext cx="4392623" cy="10656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fr-FR" sz="1265" b="1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NOM ENTREPRISE | POSTE OCCUPÉ</a:t>
            </a:r>
          </a:p>
          <a:p>
            <a:pPr lvl="0"/>
            <a:r>
              <a:rPr lang="fr-FR" sz="12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Janvier 20xx – mars 20xx</a:t>
            </a:r>
            <a:endParaRPr lang="fr-FR" sz="1265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just"/>
            <a:r>
              <a:rPr lang="fr-FR" sz="1265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Décrivez ici les fonctions que vous avez occupé pour ce poste. Décrivez également vos missions et les résultats que vous avez obtenu.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4E14979-F028-489A-B15D-38B981CBCC4F}"/>
              </a:ext>
            </a:extLst>
          </p:cNvPr>
          <p:cNvSpPr/>
          <p:nvPr/>
        </p:nvSpPr>
        <p:spPr>
          <a:xfrm>
            <a:off x="352505" y="5232228"/>
            <a:ext cx="4392623" cy="10656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fr-FR" sz="1265" b="1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NOM ENTREPRISE | POSTE OCCUPÉ</a:t>
            </a:r>
          </a:p>
          <a:p>
            <a:pPr lvl="0"/>
            <a:r>
              <a:rPr lang="fr-FR" sz="12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Janvier 20xx – mars 20xx</a:t>
            </a:r>
            <a:endParaRPr lang="fr-FR" sz="1265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just"/>
            <a:r>
              <a:rPr lang="fr-FR" sz="1265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Décrivez ici les fonctions que vous avez occupé pour ce poste. Décrivez également vos missions et les résultats que vous avez obtenu.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6EB0114-DA87-4883-BA80-F1AF4E3B8CA5}"/>
              </a:ext>
            </a:extLst>
          </p:cNvPr>
          <p:cNvSpPr/>
          <p:nvPr/>
        </p:nvSpPr>
        <p:spPr>
          <a:xfrm>
            <a:off x="354308" y="6348167"/>
            <a:ext cx="4392623" cy="10656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fr-FR" sz="1265" b="1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NOM ENTREPRISE | POSTE OCCUPÉ</a:t>
            </a:r>
          </a:p>
          <a:p>
            <a:pPr lvl="0"/>
            <a:r>
              <a:rPr lang="fr-FR" sz="12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Janvier 20xx – mars 20xx</a:t>
            </a:r>
            <a:endParaRPr lang="fr-FR" sz="1265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just"/>
            <a:r>
              <a:rPr lang="fr-FR" sz="1265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Décrivez ici les fonctions que vous avez occupé pour ce poste. Décrivez également vos missions et les résultats que vous avez obtenu.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6E41698-52AD-4588-BC95-345BAB121762}"/>
              </a:ext>
            </a:extLst>
          </p:cNvPr>
          <p:cNvSpPr/>
          <p:nvPr/>
        </p:nvSpPr>
        <p:spPr>
          <a:xfrm>
            <a:off x="365485" y="8232226"/>
            <a:ext cx="4440383" cy="8710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/>
            <a:r>
              <a:rPr lang="fr-FR" sz="1265" b="1" dirty="0">
                <a:latin typeface="+mj-lt"/>
                <a:ea typeface="Times New Roman" panose="02020603050405020304" pitchFamily="18" charset="0"/>
                <a:cs typeface="Calibri" panose="020F0502020204030204" pitchFamily="34" charset="0"/>
              </a:rPr>
              <a:t>DIPLÔME / NOM DE L’UNIVERSITÉ OU ÉCOLE</a:t>
            </a:r>
            <a:endParaRPr lang="fr-FR" sz="1265" dirty="0">
              <a:latin typeface="+mj-lt"/>
              <a:ea typeface="Times New Roman" panose="02020603050405020304" pitchFamily="18" charset="0"/>
            </a:endParaRPr>
          </a:p>
          <a:p>
            <a:pPr>
              <a:defRPr/>
            </a:pPr>
            <a:r>
              <a:rPr lang="fr-FR" sz="1265" b="1" dirty="0">
                <a:solidFill>
                  <a:srgbClr val="333333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20xx – 20xx</a:t>
            </a:r>
          </a:p>
          <a:p>
            <a:pPr algn="just">
              <a:defRPr/>
            </a:pPr>
            <a:r>
              <a:rPr lang="fr-FR" sz="1265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Décrivez en une ligne les objectifs et les spécialités de cette formation. Inscrivez votre mention si vous en avez eu une.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C4FD67C-AB5E-475E-AF5E-CB9EF5A6C37E}"/>
              </a:ext>
            </a:extLst>
          </p:cNvPr>
          <p:cNvSpPr/>
          <p:nvPr/>
        </p:nvSpPr>
        <p:spPr>
          <a:xfrm>
            <a:off x="354308" y="9226990"/>
            <a:ext cx="4440383" cy="8710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/>
            <a:r>
              <a:rPr lang="fr-FR" sz="1265" b="1" dirty="0">
                <a:latin typeface="+mj-lt"/>
                <a:ea typeface="Times New Roman" panose="02020603050405020304" pitchFamily="18" charset="0"/>
                <a:cs typeface="Calibri" panose="020F0502020204030204" pitchFamily="34" charset="0"/>
              </a:rPr>
              <a:t>DIPLÔME / NOM DE L’UNIVERSITÉ OU ÉCOLE</a:t>
            </a:r>
            <a:endParaRPr lang="fr-FR" sz="1265" dirty="0">
              <a:latin typeface="+mj-lt"/>
              <a:ea typeface="Times New Roman" panose="02020603050405020304" pitchFamily="18" charset="0"/>
            </a:endParaRPr>
          </a:p>
          <a:p>
            <a:pPr>
              <a:defRPr/>
            </a:pPr>
            <a:r>
              <a:rPr lang="fr-FR" sz="1265" b="1" dirty="0">
                <a:solidFill>
                  <a:srgbClr val="333333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20xx – 20xx</a:t>
            </a:r>
          </a:p>
          <a:p>
            <a:pPr algn="just">
              <a:defRPr/>
            </a:pPr>
            <a:r>
              <a:rPr lang="fr-FR" sz="1265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Décrivez en une ligne les objectifs et les spécialités de cette formation. Inscrivez votre mention si vous en avez eu une.</a:t>
            </a:r>
          </a:p>
        </p:txBody>
      </p:sp>
      <p:sp>
        <p:nvSpPr>
          <p:cNvPr id="34" name="Text Box 4">
            <a:extLst>
              <a:ext uri="{FF2B5EF4-FFF2-40B4-BE49-F238E27FC236}">
                <a16:creationId xmlns:a16="http://schemas.microsoft.com/office/drawing/2014/main" id="{F6FCB041-67F1-40C0-9F61-EA8CEC34BAC0}"/>
              </a:ext>
            </a:extLst>
          </p:cNvPr>
          <p:cNvSpPr txBox="1"/>
          <p:nvPr/>
        </p:nvSpPr>
        <p:spPr>
          <a:xfrm rot="300000">
            <a:off x="2380295" y="895827"/>
            <a:ext cx="4770675" cy="30711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6364" tIns="48182" rIns="96364" bIns="48182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7000"/>
              </a:lnSpc>
              <a:spcAft>
                <a:spcPts val="843"/>
              </a:spcAft>
            </a:pPr>
            <a:r>
              <a:rPr lang="fr-FR" sz="1265" b="1" dirty="0">
                <a:solidFill>
                  <a:schemeClr val="bg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Titre du poste recherché</a:t>
            </a: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1B13CCB3-44E1-483D-BB5F-B1C983394417}"/>
              </a:ext>
            </a:extLst>
          </p:cNvPr>
          <p:cNvSpPr/>
          <p:nvPr/>
        </p:nvSpPr>
        <p:spPr>
          <a:xfrm flipH="1">
            <a:off x="4794691" y="2465842"/>
            <a:ext cx="2495702" cy="377992"/>
          </a:xfrm>
          <a:custGeom>
            <a:avLst/>
            <a:gdLst>
              <a:gd name="connsiteX0" fmla="*/ 2048647 w 2236689"/>
              <a:gd name="connsiteY0" fmla="*/ 0 h 377992"/>
              <a:gd name="connsiteX1" fmla="*/ 2029720 w 2236689"/>
              <a:gd name="connsiteY1" fmla="*/ 1908 h 377992"/>
              <a:gd name="connsiteX2" fmla="*/ 1260809 w 2236689"/>
              <a:gd name="connsiteY2" fmla="*/ 1908 h 377992"/>
              <a:gd name="connsiteX3" fmla="*/ 1219795 w 2236689"/>
              <a:gd name="connsiteY3" fmla="*/ 1908 h 377992"/>
              <a:gd name="connsiteX4" fmla="*/ 1200868 w 2236689"/>
              <a:gd name="connsiteY4" fmla="*/ 0 h 377992"/>
              <a:gd name="connsiteX5" fmla="*/ 1181941 w 2236689"/>
              <a:gd name="connsiteY5" fmla="*/ 1908 h 377992"/>
              <a:gd name="connsiteX6" fmla="*/ 1054748 w 2236689"/>
              <a:gd name="connsiteY6" fmla="*/ 1908 h 377992"/>
              <a:gd name="connsiteX7" fmla="*/ 1035821 w 2236689"/>
              <a:gd name="connsiteY7" fmla="*/ 0 h 377992"/>
              <a:gd name="connsiteX8" fmla="*/ 1016894 w 2236689"/>
              <a:gd name="connsiteY8" fmla="*/ 1908 h 377992"/>
              <a:gd name="connsiteX9" fmla="*/ 975880 w 2236689"/>
              <a:gd name="connsiteY9" fmla="*/ 1908 h 377992"/>
              <a:gd name="connsiteX10" fmla="*/ 206969 w 2236689"/>
              <a:gd name="connsiteY10" fmla="*/ 1908 h 377992"/>
              <a:gd name="connsiteX11" fmla="*/ 188042 w 2236689"/>
              <a:gd name="connsiteY11" fmla="*/ 0 h 377992"/>
              <a:gd name="connsiteX12" fmla="*/ 0 w 2236689"/>
              <a:gd name="connsiteY12" fmla="*/ 188042 h 377992"/>
              <a:gd name="connsiteX13" fmla="*/ 150145 w 2236689"/>
              <a:gd name="connsiteY13" fmla="*/ 372264 h 377992"/>
              <a:gd name="connsiteX14" fmla="*/ 184051 w 2236689"/>
              <a:gd name="connsiteY14" fmla="*/ 375682 h 377992"/>
              <a:gd name="connsiteX15" fmla="*/ 184051 w 2236689"/>
              <a:gd name="connsiteY15" fmla="*/ 377992 h 377992"/>
              <a:gd name="connsiteX16" fmla="*/ 975880 w 2236689"/>
              <a:gd name="connsiteY16" fmla="*/ 377992 h 377992"/>
              <a:gd name="connsiteX17" fmla="*/ 1039812 w 2236689"/>
              <a:gd name="connsiteY17" fmla="*/ 377992 h 377992"/>
              <a:gd name="connsiteX18" fmla="*/ 1196877 w 2236689"/>
              <a:gd name="connsiteY18" fmla="*/ 377992 h 377992"/>
              <a:gd name="connsiteX19" fmla="*/ 1260809 w 2236689"/>
              <a:gd name="connsiteY19" fmla="*/ 377992 h 377992"/>
              <a:gd name="connsiteX20" fmla="*/ 2052638 w 2236689"/>
              <a:gd name="connsiteY20" fmla="*/ 377992 h 377992"/>
              <a:gd name="connsiteX21" fmla="*/ 2052638 w 2236689"/>
              <a:gd name="connsiteY21" fmla="*/ 375682 h 377992"/>
              <a:gd name="connsiteX22" fmla="*/ 2086544 w 2236689"/>
              <a:gd name="connsiteY22" fmla="*/ 372264 h 377992"/>
              <a:gd name="connsiteX23" fmla="*/ 2236689 w 2236689"/>
              <a:gd name="connsiteY23" fmla="*/ 188042 h 377992"/>
              <a:gd name="connsiteX24" fmla="*/ 2048647 w 2236689"/>
              <a:gd name="connsiteY24" fmla="*/ 0 h 377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2236689" h="377992">
                <a:moveTo>
                  <a:pt x="2048647" y="0"/>
                </a:moveTo>
                <a:lnTo>
                  <a:pt x="2029720" y="1908"/>
                </a:lnTo>
                <a:lnTo>
                  <a:pt x="1260809" y="1908"/>
                </a:lnTo>
                <a:lnTo>
                  <a:pt x="1219795" y="1908"/>
                </a:lnTo>
                <a:lnTo>
                  <a:pt x="1200868" y="0"/>
                </a:lnTo>
                <a:lnTo>
                  <a:pt x="1181941" y="1908"/>
                </a:lnTo>
                <a:lnTo>
                  <a:pt x="1054748" y="1908"/>
                </a:lnTo>
                <a:lnTo>
                  <a:pt x="1035821" y="0"/>
                </a:lnTo>
                <a:lnTo>
                  <a:pt x="1016894" y="1908"/>
                </a:lnTo>
                <a:lnTo>
                  <a:pt x="975880" y="1908"/>
                </a:lnTo>
                <a:lnTo>
                  <a:pt x="206969" y="1908"/>
                </a:lnTo>
                <a:lnTo>
                  <a:pt x="188042" y="0"/>
                </a:lnTo>
                <a:cubicBezTo>
                  <a:pt x="84189" y="0"/>
                  <a:pt x="0" y="84189"/>
                  <a:pt x="0" y="188042"/>
                </a:cubicBezTo>
                <a:cubicBezTo>
                  <a:pt x="0" y="278914"/>
                  <a:pt x="64457" y="354730"/>
                  <a:pt x="150145" y="372264"/>
                </a:cubicBezTo>
                <a:lnTo>
                  <a:pt x="184051" y="375682"/>
                </a:lnTo>
                <a:lnTo>
                  <a:pt x="184051" y="377992"/>
                </a:lnTo>
                <a:lnTo>
                  <a:pt x="975880" y="377992"/>
                </a:lnTo>
                <a:lnTo>
                  <a:pt x="1039812" y="377992"/>
                </a:lnTo>
                <a:lnTo>
                  <a:pt x="1196877" y="377992"/>
                </a:lnTo>
                <a:lnTo>
                  <a:pt x="1260809" y="377992"/>
                </a:lnTo>
                <a:lnTo>
                  <a:pt x="2052638" y="377992"/>
                </a:lnTo>
                <a:lnTo>
                  <a:pt x="2052638" y="375682"/>
                </a:lnTo>
                <a:lnTo>
                  <a:pt x="2086544" y="372264"/>
                </a:lnTo>
                <a:cubicBezTo>
                  <a:pt x="2172232" y="354730"/>
                  <a:pt x="2236689" y="278914"/>
                  <a:pt x="2236689" y="188042"/>
                </a:cubicBezTo>
                <a:cubicBezTo>
                  <a:pt x="2236689" y="84189"/>
                  <a:pt x="2152500" y="0"/>
                  <a:pt x="2048647" y="0"/>
                </a:cubicBezTo>
                <a:close/>
              </a:path>
            </a:pathLst>
          </a:custGeom>
          <a:noFill/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>
              <a:buClr>
                <a:srgbClr val="94A6B2"/>
              </a:buClr>
              <a:buSzPct val="150000"/>
              <a:buFont typeface="Wingdings" panose="05000000000000000000" pitchFamily="2" charset="2"/>
              <a:buChar char="§"/>
            </a:pPr>
            <a:r>
              <a:rPr lang="fr-FR" sz="1600" b="1" dirty="0">
                <a:solidFill>
                  <a:srgbClr val="353E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CONTACT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0E9C9719-63B8-49E5-9087-4DE2F862B4B9}"/>
              </a:ext>
            </a:extLst>
          </p:cNvPr>
          <p:cNvGrpSpPr/>
          <p:nvPr/>
        </p:nvGrpSpPr>
        <p:grpSpPr>
          <a:xfrm>
            <a:off x="5156732" y="2921705"/>
            <a:ext cx="1730710" cy="1239888"/>
            <a:chOff x="1341479" y="891885"/>
            <a:chExt cx="1555567" cy="1114416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4EA169A4-AFED-4DB7-ABE6-7667FE55869F}"/>
                </a:ext>
              </a:extLst>
            </p:cNvPr>
            <p:cNvGrpSpPr/>
            <p:nvPr/>
          </p:nvGrpSpPr>
          <p:grpSpPr>
            <a:xfrm>
              <a:off x="1372888" y="926823"/>
              <a:ext cx="1524158" cy="1079478"/>
              <a:chOff x="-160918" y="929043"/>
              <a:chExt cx="1524158" cy="1079478"/>
            </a:xfrm>
          </p:grpSpPr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A5BA2EA7-6F57-4F70-A4AF-49CAC6EFD6FF}"/>
                  </a:ext>
                </a:extLst>
              </p:cNvPr>
              <p:cNvSpPr/>
              <p:nvPr/>
            </p:nvSpPr>
            <p:spPr>
              <a:xfrm>
                <a:off x="89240" y="1536215"/>
                <a:ext cx="583575" cy="178946"/>
              </a:xfrm>
              <a:prstGeom prst="rect">
                <a:avLst/>
              </a:prstGeom>
            </p:spPr>
            <p:txBody>
              <a:bodyPr wrap="none" lIns="0" tIns="0" rIns="0" bIns="0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7000"/>
                  </a:lnSpc>
                  <a:spcAft>
                    <a:spcPts val="761"/>
                  </a:spcAft>
                </a:pPr>
                <a:r>
                  <a:rPr lang="fr-MA" sz="1265" dirty="0">
                    <a:latin typeface="+mj-lt"/>
                    <a:ea typeface="Open Sans" panose="020B0606030504020204" pitchFamily="34" charset="0"/>
                    <a:cs typeface="Open Sans" panose="020B0606030504020204" pitchFamily="34" charset="0"/>
                  </a:rPr>
                  <a:t>Ville, Pays</a:t>
                </a:r>
                <a:endParaRPr lang="fr-FR" sz="1265" dirty="0">
                  <a:latin typeface="+mj-lt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C693AA42-851E-40A0-AED9-EC05C48AA2C2}"/>
                  </a:ext>
                </a:extLst>
              </p:cNvPr>
              <p:cNvSpPr/>
              <p:nvPr/>
            </p:nvSpPr>
            <p:spPr>
              <a:xfrm>
                <a:off x="89238" y="929043"/>
                <a:ext cx="612334" cy="174969"/>
              </a:xfrm>
              <a:prstGeom prst="rect">
                <a:avLst/>
              </a:prstGeom>
            </p:spPr>
            <p:txBody>
              <a:bodyPr wrap="none" lIns="0" tIns="0" rIns="0" bIns="0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265" dirty="0" err="1">
                    <a:latin typeface="+mj-lt"/>
                    <a:ea typeface="Open Sans" panose="020B0606030504020204" pitchFamily="34" charset="0"/>
                    <a:cs typeface="Open Sans" panose="020B0606030504020204" pitchFamily="34" charset="0"/>
                  </a:rPr>
                  <a:t>Téléphone</a:t>
                </a:r>
                <a:endParaRPr lang="en-US" sz="1265" dirty="0">
                  <a:latin typeface="+mj-lt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AFB6DE58-3ADD-4F34-8AB4-C43AE51D6AD8}"/>
                  </a:ext>
                </a:extLst>
              </p:cNvPr>
              <p:cNvSpPr/>
              <p:nvPr/>
            </p:nvSpPr>
            <p:spPr>
              <a:xfrm>
                <a:off x="89242" y="1254604"/>
                <a:ext cx="1273998" cy="174969"/>
              </a:xfrm>
              <a:prstGeom prst="rect">
                <a:avLst/>
              </a:prstGeom>
            </p:spPr>
            <p:txBody>
              <a:bodyPr wrap="none" lIns="0" tIns="0" rIns="0" bIns="0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265" dirty="0">
                    <a:latin typeface="+mj-lt"/>
                    <a:ea typeface="Open Sans" panose="020B0606030504020204" pitchFamily="34" charset="0"/>
                    <a:cs typeface="Open Sans" panose="020B0606030504020204" pitchFamily="34" charset="0"/>
                  </a:rPr>
                  <a:t>info@cvexemple.com</a:t>
                </a:r>
                <a:endParaRPr lang="fr-FR" sz="1265" dirty="0">
                  <a:latin typeface="+mj-lt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435D2BD5-FFF9-4AB4-A6BD-36AAB79A06AB}"/>
                  </a:ext>
                </a:extLst>
              </p:cNvPr>
              <p:cNvSpPr/>
              <p:nvPr/>
            </p:nvSpPr>
            <p:spPr>
              <a:xfrm>
                <a:off x="89238" y="1799522"/>
                <a:ext cx="549977" cy="178946"/>
              </a:xfrm>
              <a:prstGeom prst="rect">
                <a:avLst/>
              </a:prstGeom>
            </p:spPr>
            <p:txBody>
              <a:bodyPr wrap="none" lIns="0" tIns="0" rIns="0" bIns="0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7000"/>
                  </a:lnSpc>
                  <a:spcAft>
                    <a:spcPts val="761"/>
                  </a:spcAft>
                </a:pPr>
                <a:r>
                  <a:rPr lang="fr-MA" sz="1265" dirty="0">
                    <a:latin typeface="+mj-lt"/>
                    <a:ea typeface="Open Sans" panose="020B0606030504020204" pitchFamily="34" charset="0"/>
                    <a:cs typeface="Open Sans" panose="020B0606030504020204" pitchFamily="34" charset="0"/>
                  </a:rPr>
                  <a:t>/LinkedIn</a:t>
                </a:r>
                <a:endParaRPr lang="fr-FR" sz="1265" dirty="0">
                  <a:latin typeface="+mj-lt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F768A789-5003-48F7-BEA2-3788DCA737C3}"/>
                  </a:ext>
                </a:extLst>
              </p:cNvPr>
              <p:cNvSpPr/>
              <p:nvPr/>
            </p:nvSpPr>
            <p:spPr>
              <a:xfrm>
                <a:off x="-160918" y="1740189"/>
                <a:ext cx="170012" cy="268332"/>
              </a:xfrm>
              <a:prstGeom prst="rect">
                <a:avLst/>
              </a:prstGeom>
            </p:spPr>
            <p:txBody>
              <a:bodyPr wrap="none" lIns="0" tIns="0" rIns="0" bIns="0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r">
                  <a:lnSpc>
                    <a:spcPct val="107000"/>
                  </a:lnSpc>
                  <a:spcAft>
                    <a:spcPts val="761"/>
                  </a:spcAft>
                </a:pPr>
                <a:r>
                  <a:rPr lang="fr-MA" sz="1897" b="1" dirty="0">
                    <a:solidFill>
                      <a:srgbClr val="353E4D"/>
                    </a:solidFill>
                    <a:latin typeface="+mj-lt"/>
                    <a:ea typeface="Open Sans" panose="020B0606030504020204" pitchFamily="34" charset="0"/>
                    <a:cs typeface="Open Sans" panose="020B0606030504020204" pitchFamily="34" charset="0"/>
                  </a:rPr>
                  <a:t>in</a:t>
                </a:r>
                <a:endParaRPr lang="fr-FR" sz="1265" b="1" dirty="0">
                  <a:solidFill>
                    <a:srgbClr val="353E4D"/>
                  </a:solidFill>
                  <a:latin typeface="+mj-lt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p:grpSp>
        <p:sp>
          <p:nvSpPr>
            <p:cNvPr id="40" name="شكل حر 78">
              <a:extLst>
                <a:ext uri="{FF2B5EF4-FFF2-40B4-BE49-F238E27FC236}">
                  <a16:creationId xmlns:a16="http://schemas.microsoft.com/office/drawing/2014/main" id="{594F2FF5-26B3-418D-9C29-CCAB6B88A74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73599" y="1508325"/>
              <a:ext cx="131694" cy="198858"/>
            </a:xfrm>
            <a:custGeom>
              <a:avLst/>
              <a:gdLst>
                <a:gd name="connsiteX0" fmla="*/ 1316986 w 2647950"/>
                <a:gd name="connsiteY0" fmla="*/ 704850 h 3976070"/>
                <a:gd name="connsiteX1" fmla="*/ 776597 w 2647950"/>
                <a:gd name="connsiteY1" fmla="*/ 1245239 h 3976070"/>
                <a:gd name="connsiteX2" fmla="*/ 1316986 w 2647950"/>
                <a:gd name="connsiteY2" fmla="*/ 1785628 h 3976070"/>
                <a:gd name="connsiteX3" fmla="*/ 1857375 w 2647950"/>
                <a:gd name="connsiteY3" fmla="*/ 1245239 h 3976070"/>
                <a:gd name="connsiteX4" fmla="*/ 1316986 w 2647950"/>
                <a:gd name="connsiteY4" fmla="*/ 704850 h 3976070"/>
                <a:gd name="connsiteX5" fmla="*/ 1323975 w 2647950"/>
                <a:gd name="connsiteY5" fmla="*/ 0 h 3976070"/>
                <a:gd name="connsiteX6" fmla="*/ 2647950 w 2647950"/>
                <a:gd name="connsiteY6" fmla="*/ 1323975 h 3976070"/>
                <a:gd name="connsiteX7" fmla="*/ 2421836 w 2647950"/>
                <a:gd name="connsiteY7" fmla="*/ 2064222 h 3976070"/>
                <a:gd name="connsiteX8" fmla="*/ 2358543 w 2647950"/>
                <a:gd name="connsiteY8" fmla="*/ 2148863 h 3976070"/>
                <a:gd name="connsiteX9" fmla="*/ 1334733 w 2647950"/>
                <a:gd name="connsiteY9" fmla="*/ 3976070 h 3976070"/>
                <a:gd name="connsiteX10" fmla="*/ 273757 w 2647950"/>
                <a:gd name="connsiteY10" fmla="*/ 2127934 h 3976070"/>
                <a:gd name="connsiteX11" fmla="*/ 226114 w 2647950"/>
                <a:gd name="connsiteY11" fmla="*/ 2064222 h 3976070"/>
                <a:gd name="connsiteX12" fmla="*/ 0 w 2647950"/>
                <a:gd name="connsiteY12" fmla="*/ 1323975 h 3976070"/>
                <a:gd name="connsiteX13" fmla="*/ 1323975 w 2647950"/>
                <a:gd name="connsiteY13" fmla="*/ 0 h 3976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647950" h="3976070">
                  <a:moveTo>
                    <a:pt x="1316986" y="704850"/>
                  </a:moveTo>
                  <a:cubicBezTo>
                    <a:pt x="1018537" y="704850"/>
                    <a:pt x="776597" y="946790"/>
                    <a:pt x="776597" y="1245239"/>
                  </a:cubicBezTo>
                  <a:cubicBezTo>
                    <a:pt x="776597" y="1543688"/>
                    <a:pt x="1018537" y="1785628"/>
                    <a:pt x="1316986" y="1785628"/>
                  </a:cubicBezTo>
                  <a:cubicBezTo>
                    <a:pt x="1615435" y="1785628"/>
                    <a:pt x="1857375" y="1543688"/>
                    <a:pt x="1857375" y="1245239"/>
                  </a:cubicBezTo>
                  <a:cubicBezTo>
                    <a:pt x="1857375" y="946790"/>
                    <a:pt x="1615435" y="704850"/>
                    <a:pt x="1316986" y="704850"/>
                  </a:cubicBezTo>
                  <a:close/>
                  <a:moveTo>
                    <a:pt x="1323975" y="0"/>
                  </a:moveTo>
                  <a:cubicBezTo>
                    <a:pt x="2055186" y="0"/>
                    <a:pt x="2647950" y="592764"/>
                    <a:pt x="2647950" y="1323975"/>
                  </a:cubicBezTo>
                  <a:cubicBezTo>
                    <a:pt x="2647950" y="1598179"/>
                    <a:pt x="2564593" y="1852914"/>
                    <a:pt x="2421836" y="2064222"/>
                  </a:cubicBezTo>
                  <a:lnTo>
                    <a:pt x="2358543" y="2148863"/>
                  </a:lnTo>
                  <a:lnTo>
                    <a:pt x="1334733" y="3976070"/>
                  </a:lnTo>
                  <a:lnTo>
                    <a:pt x="273757" y="2127934"/>
                  </a:lnTo>
                  <a:lnTo>
                    <a:pt x="226114" y="2064222"/>
                  </a:lnTo>
                  <a:cubicBezTo>
                    <a:pt x="83358" y="1852914"/>
                    <a:pt x="0" y="1598179"/>
                    <a:pt x="0" y="1323975"/>
                  </a:cubicBezTo>
                  <a:cubicBezTo>
                    <a:pt x="0" y="592764"/>
                    <a:pt x="592764" y="0"/>
                    <a:pt x="1323975" y="0"/>
                  </a:cubicBezTo>
                  <a:close/>
                </a:path>
              </a:pathLst>
            </a:custGeom>
            <a:solidFill>
              <a:srgbClr val="353E4D"/>
            </a:solidFill>
            <a:ln w="793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01736" tIns="50867" rIns="101736" bIns="50867" numCol="1" spcCol="0" rtlCol="1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MA" sz="1265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41" name="شكل حر 85">
              <a:extLst>
                <a:ext uri="{FF2B5EF4-FFF2-40B4-BE49-F238E27FC236}">
                  <a16:creationId xmlns:a16="http://schemas.microsoft.com/office/drawing/2014/main" id="{212E32F5-DDFC-4D4E-B0EF-7B92AF0857D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41479" y="1256455"/>
              <a:ext cx="185933" cy="132573"/>
            </a:xfrm>
            <a:custGeom>
              <a:avLst/>
              <a:gdLst>
                <a:gd name="connsiteX0" fmla="*/ 3316236 w 8372474"/>
                <a:gd name="connsiteY0" fmla="*/ 3531540 h 5981701"/>
                <a:gd name="connsiteX1" fmla="*/ 1307076 w 8372474"/>
                <a:gd name="connsiteY1" fmla="*/ 5537782 h 5981701"/>
                <a:gd name="connsiteX2" fmla="*/ 7035211 w 8372474"/>
                <a:gd name="connsiteY2" fmla="*/ 5534939 h 5981701"/>
                <a:gd name="connsiteX3" fmla="*/ 5064612 w 8372474"/>
                <a:gd name="connsiteY3" fmla="*/ 3558654 h 5981701"/>
                <a:gd name="connsiteX4" fmla="*/ 4317667 w 8372474"/>
                <a:gd name="connsiteY4" fmla="*/ 4306522 h 5981701"/>
                <a:gd name="connsiteX5" fmla="*/ 4091217 w 8372474"/>
                <a:gd name="connsiteY5" fmla="*/ 4308903 h 5981701"/>
                <a:gd name="connsiteX6" fmla="*/ 7887285 w 8372474"/>
                <a:gd name="connsiteY6" fmla="*/ 736631 h 5981701"/>
                <a:gd name="connsiteX7" fmla="*/ 5379748 w 8372474"/>
                <a:gd name="connsiteY7" fmla="*/ 3243523 h 5981701"/>
                <a:gd name="connsiteX8" fmla="*/ 7665088 w 8372474"/>
                <a:gd name="connsiteY8" fmla="*/ 5527516 h 5981701"/>
                <a:gd name="connsiteX9" fmla="*/ 7884020 w 8372474"/>
                <a:gd name="connsiteY9" fmla="*/ 5078798 h 5981701"/>
                <a:gd name="connsiteX10" fmla="*/ 7887285 w 8372474"/>
                <a:gd name="connsiteY10" fmla="*/ 736631 h 5981701"/>
                <a:gd name="connsiteX11" fmla="*/ 494711 w 8372474"/>
                <a:gd name="connsiteY11" fmla="*/ 712818 h 5981701"/>
                <a:gd name="connsiteX12" fmla="*/ 497974 w 8372474"/>
                <a:gd name="connsiteY12" fmla="*/ 5054986 h 5981701"/>
                <a:gd name="connsiteX13" fmla="*/ 716862 w 8372474"/>
                <a:gd name="connsiteY13" fmla="*/ 5503704 h 5981701"/>
                <a:gd name="connsiteX14" fmla="*/ 3001739 w 8372474"/>
                <a:gd name="connsiteY14" fmla="*/ 3219711 h 5981701"/>
                <a:gd name="connsiteX15" fmla="*/ 881060 w 8372474"/>
                <a:gd name="connsiteY15" fmla="*/ 472017 h 5981701"/>
                <a:gd name="connsiteX16" fmla="*/ 4067173 w 8372474"/>
                <a:gd name="connsiteY16" fmla="*/ 3655748 h 5981701"/>
                <a:gd name="connsiteX17" fmla="*/ 4212429 w 8372474"/>
                <a:gd name="connsiteY17" fmla="*/ 3729567 h 5981701"/>
                <a:gd name="connsiteX18" fmla="*/ 4348161 w 8372474"/>
                <a:gd name="connsiteY18" fmla="*/ 3641461 h 5981701"/>
                <a:gd name="connsiteX19" fmla="*/ 7519985 w 8372474"/>
                <a:gd name="connsiteY19" fmla="*/ 472017 h 5981701"/>
                <a:gd name="connsiteX20" fmla="*/ 892290 w 8372474"/>
                <a:gd name="connsiteY20" fmla="*/ 0 h 5981701"/>
                <a:gd name="connsiteX21" fmla="*/ 7480184 w 8372474"/>
                <a:gd name="connsiteY21" fmla="*/ 0 h 5981701"/>
                <a:gd name="connsiteX22" fmla="*/ 8372474 w 8372474"/>
                <a:gd name="connsiteY22" fmla="*/ 892290 h 5981701"/>
                <a:gd name="connsiteX23" fmla="*/ 8372474 w 8372474"/>
                <a:gd name="connsiteY23" fmla="*/ 5089411 h 5981701"/>
                <a:gd name="connsiteX24" fmla="*/ 7480184 w 8372474"/>
                <a:gd name="connsiteY24" fmla="*/ 5981701 h 5981701"/>
                <a:gd name="connsiteX25" fmla="*/ 892290 w 8372474"/>
                <a:gd name="connsiteY25" fmla="*/ 5981701 h 5981701"/>
                <a:gd name="connsiteX26" fmla="*/ 0 w 8372474"/>
                <a:gd name="connsiteY26" fmla="*/ 5089411 h 5981701"/>
                <a:gd name="connsiteX27" fmla="*/ 0 w 8372474"/>
                <a:gd name="connsiteY27" fmla="*/ 892290 h 5981701"/>
                <a:gd name="connsiteX28" fmla="*/ 892290 w 8372474"/>
                <a:gd name="connsiteY28" fmla="*/ 0 h 5981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8372474" h="5981701">
                  <a:moveTo>
                    <a:pt x="3316236" y="3531540"/>
                  </a:moveTo>
                  <a:lnTo>
                    <a:pt x="1307076" y="5537782"/>
                  </a:lnTo>
                  <a:lnTo>
                    <a:pt x="7035211" y="5534939"/>
                  </a:lnTo>
                  <a:lnTo>
                    <a:pt x="5064612" y="3558654"/>
                  </a:lnTo>
                  <a:lnTo>
                    <a:pt x="4317667" y="4306522"/>
                  </a:lnTo>
                  <a:cubicBezTo>
                    <a:pt x="4246947" y="4383516"/>
                    <a:pt x="4152413" y="4365259"/>
                    <a:pt x="4091217" y="4308903"/>
                  </a:cubicBezTo>
                  <a:close/>
                  <a:moveTo>
                    <a:pt x="7887285" y="736631"/>
                  </a:moveTo>
                  <a:lnTo>
                    <a:pt x="5379748" y="3243523"/>
                  </a:lnTo>
                  <a:lnTo>
                    <a:pt x="7665088" y="5527516"/>
                  </a:lnTo>
                  <a:cubicBezTo>
                    <a:pt x="7783318" y="5489862"/>
                    <a:pt x="7896785" y="5392677"/>
                    <a:pt x="7884020" y="5078798"/>
                  </a:cubicBezTo>
                  <a:cubicBezTo>
                    <a:pt x="7877170" y="3582196"/>
                    <a:pt x="7894135" y="2233232"/>
                    <a:pt x="7887285" y="736631"/>
                  </a:cubicBezTo>
                  <a:close/>
                  <a:moveTo>
                    <a:pt x="494711" y="712818"/>
                  </a:moveTo>
                  <a:cubicBezTo>
                    <a:pt x="487861" y="2209420"/>
                    <a:pt x="504824" y="3558384"/>
                    <a:pt x="497974" y="5054986"/>
                  </a:cubicBezTo>
                  <a:cubicBezTo>
                    <a:pt x="485212" y="5368865"/>
                    <a:pt x="598656" y="5466050"/>
                    <a:pt x="716862" y="5503704"/>
                  </a:cubicBezTo>
                  <a:lnTo>
                    <a:pt x="3001739" y="3219711"/>
                  </a:lnTo>
                  <a:close/>
                  <a:moveTo>
                    <a:pt x="881060" y="472017"/>
                  </a:moveTo>
                  <a:lnTo>
                    <a:pt x="4067173" y="3655748"/>
                  </a:lnTo>
                  <a:cubicBezTo>
                    <a:pt x="4101304" y="3685117"/>
                    <a:pt x="4099716" y="3719248"/>
                    <a:pt x="4212429" y="3729567"/>
                  </a:cubicBezTo>
                  <a:cubicBezTo>
                    <a:pt x="4298154" y="3712104"/>
                    <a:pt x="4312442" y="3685118"/>
                    <a:pt x="4348161" y="3641461"/>
                  </a:cubicBezTo>
                  <a:lnTo>
                    <a:pt x="7519985" y="472017"/>
                  </a:lnTo>
                  <a:close/>
                  <a:moveTo>
                    <a:pt x="892290" y="0"/>
                  </a:moveTo>
                  <a:lnTo>
                    <a:pt x="7480184" y="0"/>
                  </a:lnTo>
                  <a:cubicBezTo>
                    <a:pt x="7972982" y="0"/>
                    <a:pt x="8372474" y="399492"/>
                    <a:pt x="8372474" y="892290"/>
                  </a:cubicBezTo>
                  <a:lnTo>
                    <a:pt x="8372474" y="5089411"/>
                  </a:lnTo>
                  <a:cubicBezTo>
                    <a:pt x="8372474" y="5582209"/>
                    <a:pt x="7972982" y="5981701"/>
                    <a:pt x="7480184" y="5981701"/>
                  </a:cubicBezTo>
                  <a:lnTo>
                    <a:pt x="892290" y="5981701"/>
                  </a:lnTo>
                  <a:cubicBezTo>
                    <a:pt x="399492" y="5981701"/>
                    <a:pt x="0" y="5582209"/>
                    <a:pt x="0" y="5089411"/>
                  </a:cubicBezTo>
                  <a:lnTo>
                    <a:pt x="0" y="892290"/>
                  </a:lnTo>
                  <a:cubicBezTo>
                    <a:pt x="0" y="399492"/>
                    <a:pt x="399492" y="0"/>
                    <a:pt x="892290" y="0"/>
                  </a:cubicBezTo>
                  <a:close/>
                </a:path>
              </a:pathLst>
            </a:custGeom>
            <a:solidFill>
              <a:srgbClr val="353E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01736" tIns="50867" rIns="101736" bIns="50867" numCol="1" spcCol="0" rtlCol="1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MA" sz="1265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DF2CD30A-9642-4B5C-9963-1348729130FB}"/>
                </a:ext>
              </a:extLst>
            </p:cNvPr>
            <p:cNvSpPr/>
            <p:nvPr/>
          </p:nvSpPr>
          <p:spPr>
            <a:xfrm>
              <a:off x="1342588" y="891885"/>
              <a:ext cx="198858" cy="198858"/>
            </a:xfrm>
            <a:custGeom>
              <a:avLst/>
              <a:gdLst>
                <a:gd name="connsiteX0" fmla="*/ 67377 w 108660"/>
                <a:gd name="connsiteY0" fmla="*/ 71902 h 115365"/>
                <a:gd name="connsiteX1" fmla="*/ 70853 w 108660"/>
                <a:gd name="connsiteY1" fmla="*/ 73629 h 115365"/>
                <a:gd name="connsiteX2" fmla="*/ 86114 w 108660"/>
                <a:gd name="connsiteY2" fmla="*/ 100034 h 115365"/>
                <a:gd name="connsiteX3" fmla="*/ 84836 w 108660"/>
                <a:gd name="connsiteY3" fmla="*/ 104841 h 115365"/>
                <a:gd name="connsiteX4" fmla="*/ 76774 w 108660"/>
                <a:gd name="connsiteY4" fmla="*/ 109523 h 115365"/>
                <a:gd name="connsiteX5" fmla="*/ 71978 w 108660"/>
                <a:gd name="connsiteY5" fmla="*/ 108243 h 115365"/>
                <a:gd name="connsiteX6" fmla="*/ 56717 w 108660"/>
                <a:gd name="connsiteY6" fmla="*/ 81838 h 115365"/>
                <a:gd name="connsiteX7" fmla="*/ 57995 w 108660"/>
                <a:gd name="connsiteY7" fmla="*/ 77031 h 115365"/>
                <a:gd name="connsiteX8" fmla="*/ 66057 w 108660"/>
                <a:gd name="connsiteY8" fmla="*/ 72349 h 115365"/>
                <a:gd name="connsiteX9" fmla="*/ 67377 w 108660"/>
                <a:gd name="connsiteY9" fmla="*/ 71902 h 115365"/>
                <a:gd name="connsiteX10" fmla="*/ 90660 w 108660"/>
                <a:gd name="connsiteY10" fmla="*/ 11963 h 115365"/>
                <a:gd name="connsiteX11" fmla="*/ 108660 w 108660"/>
                <a:gd name="connsiteY11" fmla="*/ 29963 h 115365"/>
                <a:gd name="connsiteX12" fmla="*/ 90660 w 108660"/>
                <a:gd name="connsiteY12" fmla="*/ 47963 h 115365"/>
                <a:gd name="connsiteX13" fmla="*/ 72660 w 108660"/>
                <a:gd name="connsiteY13" fmla="*/ 29963 h 115365"/>
                <a:gd name="connsiteX14" fmla="*/ 90660 w 108660"/>
                <a:gd name="connsiteY14" fmla="*/ 11963 h 115365"/>
                <a:gd name="connsiteX15" fmla="*/ 12883 w 108660"/>
                <a:gd name="connsiteY15" fmla="*/ 10583 h 115365"/>
                <a:gd name="connsiteX16" fmla="*/ 28856 w 108660"/>
                <a:gd name="connsiteY16" fmla="*/ 38492 h 115365"/>
                <a:gd name="connsiteX17" fmla="*/ 29670 w 108660"/>
                <a:gd name="connsiteY17" fmla="*/ 68633 h 115365"/>
                <a:gd name="connsiteX18" fmla="*/ 54537 w 108660"/>
                <a:gd name="connsiteY18" fmla="*/ 82872 h 115365"/>
                <a:gd name="connsiteX19" fmla="*/ 70535 w 108660"/>
                <a:gd name="connsiteY19" fmla="*/ 110710 h 115365"/>
                <a:gd name="connsiteX20" fmla="*/ 56894 w 108660"/>
                <a:gd name="connsiteY20" fmla="*/ 115365 h 115365"/>
                <a:gd name="connsiteX21" fmla="*/ 45294 w 108660"/>
                <a:gd name="connsiteY21" fmla="*/ 110850 h 115365"/>
                <a:gd name="connsiteX22" fmla="*/ 20 w 108660"/>
                <a:gd name="connsiteY22" fmla="*/ 26785 h 115365"/>
                <a:gd name="connsiteX23" fmla="*/ 3356 w 108660"/>
                <a:gd name="connsiteY23" fmla="*/ 17711 h 115365"/>
                <a:gd name="connsiteX24" fmla="*/ 12883 w 108660"/>
                <a:gd name="connsiteY24" fmla="*/ 10583 h 115365"/>
                <a:gd name="connsiteX25" fmla="*/ 26146 w 108660"/>
                <a:gd name="connsiteY25" fmla="*/ 27 h 115365"/>
                <a:gd name="connsiteX26" fmla="*/ 29622 w 108660"/>
                <a:gd name="connsiteY26" fmla="*/ 1755 h 115365"/>
                <a:gd name="connsiteX27" fmla="*/ 44882 w 108660"/>
                <a:gd name="connsiteY27" fmla="*/ 28160 h 115365"/>
                <a:gd name="connsiteX28" fmla="*/ 43605 w 108660"/>
                <a:gd name="connsiteY28" fmla="*/ 32967 h 115365"/>
                <a:gd name="connsiteX29" fmla="*/ 35542 w 108660"/>
                <a:gd name="connsiteY29" fmla="*/ 37649 h 115365"/>
                <a:gd name="connsiteX30" fmla="*/ 30747 w 108660"/>
                <a:gd name="connsiteY30" fmla="*/ 36368 h 115365"/>
                <a:gd name="connsiteX31" fmla="*/ 15486 w 108660"/>
                <a:gd name="connsiteY31" fmla="*/ 9963 h 115365"/>
                <a:gd name="connsiteX32" fmla="*/ 16764 w 108660"/>
                <a:gd name="connsiteY32" fmla="*/ 5156 h 115365"/>
                <a:gd name="connsiteX33" fmla="*/ 24826 w 108660"/>
                <a:gd name="connsiteY33" fmla="*/ 474 h 115365"/>
                <a:gd name="connsiteX34" fmla="*/ 26146 w 108660"/>
                <a:gd name="connsiteY34" fmla="*/ 27 h 1153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08660" h="115365">
                  <a:moveTo>
                    <a:pt x="67377" y="71902"/>
                  </a:moveTo>
                  <a:cubicBezTo>
                    <a:pt x="68734" y="71731"/>
                    <a:pt x="70124" y="72369"/>
                    <a:pt x="70853" y="73629"/>
                  </a:cubicBezTo>
                  <a:lnTo>
                    <a:pt x="86114" y="100034"/>
                  </a:lnTo>
                  <a:cubicBezTo>
                    <a:pt x="87085" y="101715"/>
                    <a:pt x="86513" y="103867"/>
                    <a:pt x="84836" y="104841"/>
                  </a:cubicBezTo>
                  <a:lnTo>
                    <a:pt x="76774" y="109523"/>
                  </a:lnTo>
                  <a:cubicBezTo>
                    <a:pt x="75097" y="110497"/>
                    <a:pt x="72950" y="109924"/>
                    <a:pt x="71978" y="108243"/>
                  </a:cubicBezTo>
                  <a:lnTo>
                    <a:pt x="56717" y="81838"/>
                  </a:lnTo>
                  <a:cubicBezTo>
                    <a:pt x="55746" y="80157"/>
                    <a:pt x="56318" y="78005"/>
                    <a:pt x="57995" y="77031"/>
                  </a:cubicBezTo>
                  <a:lnTo>
                    <a:pt x="66057" y="72349"/>
                  </a:lnTo>
                  <a:cubicBezTo>
                    <a:pt x="66477" y="72106"/>
                    <a:pt x="66925" y="71959"/>
                    <a:pt x="67377" y="71902"/>
                  </a:cubicBezTo>
                  <a:close/>
                  <a:moveTo>
                    <a:pt x="90660" y="11963"/>
                  </a:moveTo>
                  <a:cubicBezTo>
                    <a:pt x="100601" y="11963"/>
                    <a:pt x="108660" y="20022"/>
                    <a:pt x="108660" y="29963"/>
                  </a:cubicBezTo>
                  <a:cubicBezTo>
                    <a:pt x="108660" y="39904"/>
                    <a:pt x="100601" y="47963"/>
                    <a:pt x="90660" y="47963"/>
                  </a:cubicBezTo>
                  <a:cubicBezTo>
                    <a:pt x="80719" y="47963"/>
                    <a:pt x="72660" y="39904"/>
                    <a:pt x="72660" y="29963"/>
                  </a:cubicBezTo>
                  <a:cubicBezTo>
                    <a:pt x="72660" y="20022"/>
                    <a:pt x="80719" y="11963"/>
                    <a:pt x="90660" y="11963"/>
                  </a:cubicBezTo>
                  <a:close/>
                  <a:moveTo>
                    <a:pt x="12883" y="10583"/>
                  </a:moveTo>
                  <a:lnTo>
                    <a:pt x="28856" y="38492"/>
                  </a:lnTo>
                  <a:cubicBezTo>
                    <a:pt x="19525" y="44628"/>
                    <a:pt x="25413" y="61107"/>
                    <a:pt x="29670" y="68633"/>
                  </a:cubicBezTo>
                  <a:cubicBezTo>
                    <a:pt x="34137" y="76158"/>
                    <a:pt x="44638" y="88577"/>
                    <a:pt x="54537" y="82872"/>
                  </a:cubicBezTo>
                  <a:lnTo>
                    <a:pt x="70535" y="110710"/>
                  </a:lnTo>
                  <a:cubicBezTo>
                    <a:pt x="62330" y="115705"/>
                    <a:pt x="59819" y="115213"/>
                    <a:pt x="56894" y="115365"/>
                  </a:cubicBezTo>
                  <a:cubicBezTo>
                    <a:pt x="52780" y="115307"/>
                    <a:pt x="47969" y="112616"/>
                    <a:pt x="45294" y="110850"/>
                  </a:cubicBezTo>
                  <a:cubicBezTo>
                    <a:pt x="32483" y="102989"/>
                    <a:pt x="-936" y="61099"/>
                    <a:pt x="20" y="26785"/>
                  </a:cubicBezTo>
                  <a:cubicBezTo>
                    <a:pt x="137" y="22672"/>
                    <a:pt x="1794" y="19675"/>
                    <a:pt x="3356" y="17711"/>
                  </a:cubicBezTo>
                  <a:cubicBezTo>
                    <a:pt x="5476" y="15116"/>
                    <a:pt x="9518" y="12492"/>
                    <a:pt x="12883" y="10583"/>
                  </a:cubicBezTo>
                  <a:close/>
                  <a:moveTo>
                    <a:pt x="26146" y="27"/>
                  </a:moveTo>
                  <a:cubicBezTo>
                    <a:pt x="27503" y="-144"/>
                    <a:pt x="28893" y="494"/>
                    <a:pt x="29622" y="1755"/>
                  </a:cubicBezTo>
                  <a:lnTo>
                    <a:pt x="44882" y="28160"/>
                  </a:lnTo>
                  <a:cubicBezTo>
                    <a:pt x="45854" y="29841"/>
                    <a:pt x="45282" y="31993"/>
                    <a:pt x="43605" y="32967"/>
                  </a:cubicBezTo>
                  <a:lnTo>
                    <a:pt x="35542" y="37649"/>
                  </a:lnTo>
                  <a:cubicBezTo>
                    <a:pt x="33866" y="38622"/>
                    <a:pt x="31719" y="38049"/>
                    <a:pt x="30747" y="36368"/>
                  </a:cubicBezTo>
                  <a:lnTo>
                    <a:pt x="15486" y="9963"/>
                  </a:lnTo>
                  <a:cubicBezTo>
                    <a:pt x="14515" y="8282"/>
                    <a:pt x="15087" y="6130"/>
                    <a:pt x="16764" y="5156"/>
                  </a:cubicBezTo>
                  <a:lnTo>
                    <a:pt x="24826" y="474"/>
                  </a:lnTo>
                  <a:cubicBezTo>
                    <a:pt x="25245" y="231"/>
                    <a:pt x="25694" y="84"/>
                    <a:pt x="26146" y="27"/>
                  </a:cubicBezTo>
                  <a:close/>
                </a:path>
              </a:pathLst>
            </a:custGeom>
            <a:solidFill>
              <a:srgbClr val="353E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MA" sz="1265">
                <a:solidFill>
                  <a:schemeClr val="tx1"/>
                </a:solidFill>
                <a:latin typeface="+mj-lt"/>
              </a:endParaRPr>
            </a:p>
          </p:txBody>
        </p:sp>
      </p:grpSp>
      <p:sp>
        <p:nvSpPr>
          <p:cNvPr id="51" name="Rectangle 50">
            <a:extLst>
              <a:ext uri="{FF2B5EF4-FFF2-40B4-BE49-F238E27FC236}">
                <a16:creationId xmlns:a16="http://schemas.microsoft.com/office/drawing/2014/main" id="{346A0197-B926-4C29-BC57-EB6D405B9F83}"/>
              </a:ext>
            </a:extLst>
          </p:cNvPr>
          <p:cNvSpPr/>
          <p:nvPr/>
        </p:nvSpPr>
        <p:spPr>
          <a:xfrm>
            <a:off x="5136019" y="4955504"/>
            <a:ext cx="1459823" cy="319318"/>
          </a:xfrm>
          <a:prstGeom prst="rect">
            <a:avLst/>
          </a:prstGeom>
          <a:noFill/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r>
              <a:rPr lang="fr-FR" sz="1475" b="1" dirty="0">
                <a:solidFill>
                  <a:schemeClr val="tx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Professionnelles</a:t>
            </a:r>
            <a:endParaRPr lang="fr-FR" sz="1265" b="1" dirty="0">
              <a:solidFill>
                <a:schemeClr val="tx1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144D104E-DA00-4D59-85D3-3A4AA20D44F8}"/>
              </a:ext>
            </a:extLst>
          </p:cNvPr>
          <p:cNvSpPr/>
          <p:nvPr/>
        </p:nvSpPr>
        <p:spPr>
          <a:xfrm>
            <a:off x="5261517" y="5306499"/>
            <a:ext cx="1905703" cy="1589538"/>
          </a:xfrm>
          <a:prstGeom prst="rect">
            <a:avLst/>
          </a:prstGeom>
          <a:noFill/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marL="285750" indent="-285750">
              <a:lnSpc>
                <a:spcPct val="107000"/>
              </a:lnSpc>
              <a:spcBef>
                <a:spcPts val="211"/>
              </a:spcBef>
              <a:spcAft>
                <a:spcPts val="211"/>
              </a:spcAft>
              <a:buSzPct val="150000"/>
              <a:buFont typeface="Wingdings" panose="05000000000000000000" pitchFamily="2" charset="2"/>
              <a:buChar char="§"/>
            </a:pPr>
            <a:r>
              <a:rPr lang="fr-FR" sz="1265" dirty="0">
                <a:solidFill>
                  <a:schemeClr val="tx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Ms office</a:t>
            </a:r>
          </a:p>
          <a:p>
            <a:pPr marL="285750" indent="-285750">
              <a:lnSpc>
                <a:spcPct val="107000"/>
              </a:lnSpc>
              <a:spcBef>
                <a:spcPts val="211"/>
              </a:spcBef>
              <a:spcAft>
                <a:spcPts val="211"/>
              </a:spcAft>
              <a:buSzPct val="150000"/>
              <a:buFont typeface="Wingdings" panose="05000000000000000000" pitchFamily="2" charset="2"/>
              <a:buChar char="§"/>
            </a:pPr>
            <a:r>
              <a:rPr lang="fr-FR" sz="1265" dirty="0">
                <a:solidFill>
                  <a:schemeClr val="tx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Photoshop</a:t>
            </a:r>
          </a:p>
          <a:p>
            <a:pPr marL="285750" indent="-285750">
              <a:lnSpc>
                <a:spcPct val="107000"/>
              </a:lnSpc>
              <a:spcBef>
                <a:spcPts val="211"/>
              </a:spcBef>
              <a:spcAft>
                <a:spcPts val="211"/>
              </a:spcAft>
              <a:buSzPct val="150000"/>
              <a:buFont typeface="Wingdings" panose="05000000000000000000" pitchFamily="2" charset="2"/>
              <a:buChar char="§"/>
            </a:pPr>
            <a:r>
              <a:rPr lang="fr-FR" sz="1265" dirty="0">
                <a:solidFill>
                  <a:schemeClr val="tx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Illustrator</a:t>
            </a:r>
          </a:p>
          <a:p>
            <a:pPr marL="285750" indent="-285750">
              <a:lnSpc>
                <a:spcPct val="107000"/>
              </a:lnSpc>
              <a:spcBef>
                <a:spcPts val="211"/>
              </a:spcBef>
              <a:spcAft>
                <a:spcPts val="211"/>
              </a:spcAft>
              <a:buSzPct val="150000"/>
              <a:buFont typeface="Wingdings" panose="05000000000000000000" pitchFamily="2" charset="2"/>
              <a:buChar char="§"/>
            </a:pPr>
            <a:r>
              <a:rPr lang="fr-FR" sz="1265" dirty="0">
                <a:solidFill>
                  <a:schemeClr val="tx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Wordpress</a:t>
            </a:r>
          </a:p>
          <a:p>
            <a:pPr marL="285750" indent="-285750">
              <a:lnSpc>
                <a:spcPct val="107000"/>
              </a:lnSpc>
              <a:spcBef>
                <a:spcPts val="211"/>
              </a:spcBef>
              <a:spcAft>
                <a:spcPts val="211"/>
              </a:spcAft>
              <a:buSzPct val="150000"/>
              <a:buFont typeface="Wingdings" panose="05000000000000000000" pitchFamily="2" charset="2"/>
              <a:buChar char="§"/>
            </a:pPr>
            <a:r>
              <a:rPr lang="fr-FR" sz="1265" dirty="0" err="1">
                <a:solidFill>
                  <a:schemeClr val="tx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Spss</a:t>
            </a:r>
            <a:endParaRPr lang="fr-FR" sz="1265" dirty="0">
              <a:solidFill>
                <a:schemeClr val="tx1"/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>
              <a:lnSpc>
                <a:spcPct val="107000"/>
              </a:lnSpc>
              <a:spcBef>
                <a:spcPts val="211"/>
              </a:spcBef>
              <a:spcAft>
                <a:spcPts val="211"/>
              </a:spcAft>
              <a:buSzPct val="150000"/>
              <a:buFont typeface="Wingdings" panose="05000000000000000000" pitchFamily="2" charset="2"/>
              <a:buChar char="§"/>
            </a:pPr>
            <a:r>
              <a:rPr lang="fr-FR" sz="1265" dirty="0">
                <a:solidFill>
                  <a:schemeClr val="tx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Sage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F51E540-5937-4717-90A8-1CE7956A5FE0}"/>
              </a:ext>
            </a:extLst>
          </p:cNvPr>
          <p:cNvSpPr/>
          <p:nvPr/>
        </p:nvSpPr>
        <p:spPr>
          <a:xfrm>
            <a:off x="5140590" y="6998899"/>
            <a:ext cx="1177951" cy="319318"/>
          </a:xfrm>
          <a:prstGeom prst="rect">
            <a:avLst/>
          </a:prstGeom>
          <a:noFill/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r>
              <a:rPr lang="fr-FR" sz="1475" b="1" dirty="0">
                <a:solidFill>
                  <a:schemeClr val="tx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Personnelles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78C8F87-0FCA-457D-9659-D7E70161B9EA}"/>
              </a:ext>
            </a:extLst>
          </p:cNvPr>
          <p:cNvSpPr/>
          <p:nvPr/>
        </p:nvSpPr>
        <p:spPr>
          <a:xfrm>
            <a:off x="5231581" y="7431915"/>
            <a:ext cx="1905703" cy="1070293"/>
          </a:xfrm>
          <a:prstGeom prst="rect">
            <a:avLst/>
          </a:prstGeom>
          <a:noFill/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marL="285750" indent="-285750">
              <a:lnSpc>
                <a:spcPct val="107000"/>
              </a:lnSpc>
              <a:spcBef>
                <a:spcPts val="211"/>
              </a:spcBef>
              <a:spcAft>
                <a:spcPts val="211"/>
              </a:spcAft>
              <a:buSzPct val="150000"/>
              <a:buFont typeface="Wingdings" panose="05000000000000000000" pitchFamily="2" charset="2"/>
              <a:buChar char="§"/>
            </a:pPr>
            <a:r>
              <a:rPr lang="fr-FR" sz="1265" dirty="0">
                <a:solidFill>
                  <a:schemeClr val="tx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Management</a:t>
            </a:r>
          </a:p>
          <a:p>
            <a:pPr marL="285750" indent="-285750">
              <a:lnSpc>
                <a:spcPct val="107000"/>
              </a:lnSpc>
              <a:spcBef>
                <a:spcPts val="211"/>
              </a:spcBef>
              <a:spcAft>
                <a:spcPts val="211"/>
              </a:spcAft>
              <a:buSzPct val="150000"/>
              <a:buFont typeface="Wingdings" panose="05000000000000000000" pitchFamily="2" charset="2"/>
              <a:buChar char="§"/>
            </a:pPr>
            <a:r>
              <a:rPr lang="fr-FR" sz="1265" dirty="0">
                <a:solidFill>
                  <a:schemeClr val="tx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Leadership</a:t>
            </a:r>
          </a:p>
          <a:p>
            <a:pPr marL="285750" indent="-285750">
              <a:lnSpc>
                <a:spcPct val="107000"/>
              </a:lnSpc>
              <a:spcBef>
                <a:spcPts val="211"/>
              </a:spcBef>
              <a:spcAft>
                <a:spcPts val="211"/>
              </a:spcAft>
              <a:buSzPct val="150000"/>
              <a:buFont typeface="Wingdings" panose="05000000000000000000" pitchFamily="2" charset="2"/>
              <a:buChar char="§"/>
            </a:pPr>
            <a:r>
              <a:rPr lang="fr-FR" sz="1265" dirty="0">
                <a:solidFill>
                  <a:schemeClr val="tx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Sérieuse</a:t>
            </a:r>
          </a:p>
          <a:p>
            <a:pPr marL="285750" indent="-285750">
              <a:lnSpc>
                <a:spcPct val="107000"/>
              </a:lnSpc>
              <a:spcBef>
                <a:spcPts val="211"/>
              </a:spcBef>
              <a:spcAft>
                <a:spcPts val="211"/>
              </a:spcAft>
              <a:buSzPct val="150000"/>
              <a:buFont typeface="Wingdings" panose="05000000000000000000" pitchFamily="2" charset="2"/>
              <a:buChar char="§"/>
            </a:pPr>
            <a:r>
              <a:rPr lang="fr-FR" sz="1265" dirty="0">
                <a:solidFill>
                  <a:schemeClr val="tx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Créativité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DD45778E-638A-4BDA-B24A-338A5444FE87}"/>
              </a:ext>
            </a:extLst>
          </p:cNvPr>
          <p:cNvSpPr/>
          <p:nvPr/>
        </p:nvSpPr>
        <p:spPr>
          <a:xfrm>
            <a:off x="5232898" y="9240813"/>
            <a:ext cx="1828632" cy="8924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87033" tIns="43518" rIns="87033" bIns="43518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07000"/>
              </a:lnSpc>
              <a:buSzPct val="150000"/>
              <a:buFont typeface="Wingdings" panose="05000000000000000000" pitchFamily="2" charset="2"/>
              <a:buChar char="§"/>
            </a:pPr>
            <a:r>
              <a:rPr lang="fr-MA" sz="1265" dirty="0">
                <a:solidFill>
                  <a:schemeClr val="tx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Arabe : Courant</a:t>
            </a:r>
            <a:endParaRPr lang="ar-MA" sz="1265" dirty="0">
              <a:solidFill>
                <a:schemeClr val="tx1"/>
              </a:solidFill>
              <a:latin typeface="+mj-lt"/>
              <a:ea typeface="Open Sans" panose="020B0606030504020204" pitchFamily="34" charset="0"/>
              <a:cs typeface="Mothanna" panose="02000503000000000000" pitchFamily="2" charset="-78"/>
            </a:endParaRPr>
          </a:p>
          <a:p>
            <a:pPr marL="285750" indent="-285750">
              <a:lnSpc>
                <a:spcPct val="107000"/>
              </a:lnSpc>
              <a:spcBef>
                <a:spcPts val="667"/>
              </a:spcBef>
              <a:spcAft>
                <a:spcPts val="667"/>
              </a:spcAft>
              <a:buSzPct val="150000"/>
              <a:buFont typeface="Wingdings" panose="05000000000000000000" pitchFamily="2" charset="2"/>
              <a:buChar char="§"/>
            </a:pPr>
            <a:r>
              <a:rPr lang="fr-MA" sz="1265" dirty="0">
                <a:solidFill>
                  <a:schemeClr val="tx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Allemand : Courant</a:t>
            </a:r>
            <a:endParaRPr lang="fr-FR" sz="1265" dirty="0">
              <a:solidFill>
                <a:schemeClr val="tx1"/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>
              <a:lnSpc>
                <a:spcPct val="107000"/>
              </a:lnSpc>
              <a:buSzPct val="150000"/>
              <a:buFont typeface="Wingdings" panose="05000000000000000000" pitchFamily="2" charset="2"/>
              <a:buChar char="§"/>
            </a:pPr>
            <a:r>
              <a:rPr lang="fr-MA" sz="1265" dirty="0">
                <a:solidFill>
                  <a:schemeClr val="tx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Anglais : Courant</a:t>
            </a:r>
            <a:endParaRPr lang="ar-MA" sz="1265" dirty="0">
              <a:solidFill>
                <a:schemeClr val="tx1"/>
              </a:solidFill>
              <a:latin typeface="+mj-lt"/>
              <a:ea typeface="Open Sans" panose="020B0606030504020204" pitchFamily="34" charset="0"/>
              <a:cs typeface="Mothanna" panose="02000503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82714822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444444"/>
        </a:solidFill>
        <a:ln w="25400">
          <a:noFill/>
        </a:ln>
        <a:effectLst/>
      </a:spPr>
      <a:bodyPr rtlCol="0" anchor="ctr"/>
      <a:lstStyle>
        <a:defPPr algn="ctr">
          <a:defRPr dirty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992</TotalTime>
  <Words>292</Words>
  <Application>Microsoft Office PowerPoint</Application>
  <PresentationFormat>Custom</PresentationFormat>
  <Paragraphs>48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lato</vt:lpstr>
      <vt:lpstr>Open Sans</vt:lpstr>
      <vt:lpstr>Wingdings</vt:lpstr>
      <vt:lpstr>Thème Office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www.Cvexemple.com</dc:title>
  <dc:creator>YOUSSEF BAHLA</dc:creator>
  <cp:keywords>www.Cvexemple.com</cp:keywords>
  <cp:lastModifiedBy>YOUSSEF BAHLA</cp:lastModifiedBy>
  <cp:revision>112</cp:revision>
  <dcterms:created xsi:type="dcterms:W3CDTF">2015-07-03T12:55:42Z</dcterms:created>
  <dcterms:modified xsi:type="dcterms:W3CDTF">2021-02-09T18:03:29Z</dcterms:modified>
  <cp:category>www.Cvexemple.com</cp:category>
</cp:coreProperties>
</file>